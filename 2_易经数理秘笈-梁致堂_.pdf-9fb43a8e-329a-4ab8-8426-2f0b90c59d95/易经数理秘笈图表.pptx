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14" r:id="rId2"/>
    <p:sldId id="256" r:id="rId3"/>
    <p:sldId id="260" r:id="rId4"/>
    <p:sldId id="261" r:id="rId5"/>
    <p:sldId id="262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79" r:id="rId21"/>
    <p:sldId id="280" r:id="rId22"/>
    <p:sldId id="281" r:id="rId23"/>
    <p:sldId id="282" r:id="rId24"/>
    <p:sldId id="283" r:id="rId25"/>
    <p:sldId id="284" r:id="rId26"/>
    <p:sldId id="285" r:id="rId27"/>
    <p:sldId id="286" r:id="rId28"/>
    <p:sldId id="287" r:id="rId29"/>
    <p:sldId id="288" r:id="rId30"/>
    <p:sldId id="289" r:id="rId31"/>
    <p:sldId id="290" r:id="rId32"/>
    <p:sldId id="291" r:id="rId33"/>
    <p:sldId id="292" r:id="rId34"/>
    <p:sldId id="295" r:id="rId35"/>
    <p:sldId id="296" r:id="rId36"/>
    <p:sldId id="297" r:id="rId37"/>
    <p:sldId id="298" r:id="rId3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86F572-37CF-8978-3023-3CB298BC49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FF00072-54C0-35E9-E819-D5DDAD383C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25AC424-774F-A786-F98A-AF758443B7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23068-2480-4EA7-9AE6-E421BA964B7E}" type="datetimeFigureOut">
              <a:rPr lang="zh-CN" altLang="en-US" smtClean="0"/>
              <a:t>2025/11/18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9F761E1-20CA-439C-E41F-0D960BF12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336F0FF-FD60-01E3-AD6D-D5CCB7DFF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94713-97A0-49F3-B05F-D53A41BF34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38418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CA071B-E25D-C776-687B-09A2C2F99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B6EDB13-7A17-0A8E-D8A4-71EF44DD44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7C597BC-359A-E966-9103-9F18F0187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23068-2480-4EA7-9AE6-E421BA964B7E}" type="datetimeFigureOut">
              <a:rPr lang="zh-CN" altLang="en-US" smtClean="0"/>
              <a:t>2025/11/18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56B8B19-FB31-2FDB-C4CD-B1EDD97C2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A4D624-86E6-02D2-9C27-0293D7335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94713-97A0-49F3-B05F-D53A41BF34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41427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91D44D-346B-9778-7DD9-2745E6A7C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C7DC759-43D4-CDC3-F7DC-5769C1F492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8125E2D-55EE-CEDC-D4EF-780D9E1A3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23068-2480-4EA7-9AE6-E421BA964B7E}" type="datetimeFigureOut">
              <a:rPr lang="zh-CN" altLang="en-US" smtClean="0"/>
              <a:t>2025/11/18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4A938EA-0E13-5A1C-717C-69074C028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13872C9-504E-7CD1-4391-D8BF4B726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94713-97A0-49F3-B05F-D53A41BF34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51550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7F3090-1EA5-B8F8-A5DF-35B0DF1B5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1839ECF-F727-EE72-DDB1-76A47BC9B9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65BD4A9-886C-D54D-F6C6-6309EA8BB3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C7E4154-2E0E-26BF-0983-9D91E000D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23068-2480-4EA7-9AE6-E421BA964B7E}" type="datetimeFigureOut">
              <a:rPr lang="zh-CN" altLang="en-US" smtClean="0"/>
              <a:t>2025/11/18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9F39A17-88D4-29FE-2A75-08E7C9F54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E56DE08-8518-FA22-7182-2450B864D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94713-97A0-49F3-B05F-D53A41BF34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6905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959E21-9683-B2FA-F3F3-6B1E09D95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D37577C-1030-369E-1CDE-03EDCE3E6B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B2E9C1C-C01D-A953-337E-F6EA4D5387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FCDE456-1CE6-341B-66C0-C18158265D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1885D6B-1CC8-3F97-4950-7852FF47F9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5316D77-70CE-EEC4-4508-520CFB8E7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23068-2480-4EA7-9AE6-E421BA964B7E}" type="datetimeFigureOut">
              <a:rPr lang="zh-CN" altLang="en-US" smtClean="0"/>
              <a:t>2025/11/18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E1B1891-CCAD-679E-1153-1E20A12D7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B54A81C-8B32-5ECC-15CB-B7FBBB0B0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94713-97A0-49F3-B05F-D53A41BF34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55433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984985-E19B-1D1E-67E1-FBD2672FC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CEF9999-C004-8762-4BEE-48F97B657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23068-2480-4EA7-9AE6-E421BA964B7E}" type="datetimeFigureOut">
              <a:rPr lang="zh-CN" altLang="en-US" smtClean="0"/>
              <a:t>2025/11/18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9384629-727F-F3F1-73B1-16764DE16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DCF3A2D-C6D8-E566-1E66-FF780F104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94713-97A0-49F3-B05F-D53A41BF34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00311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4A5340E-98EA-06F9-F73A-E07D23893C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23068-2480-4EA7-9AE6-E421BA964B7E}" type="datetimeFigureOut">
              <a:rPr lang="zh-CN" altLang="en-US" smtClean="0"/>
              <a:t>2025/11/18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78363F2-9CFE-FB03-CDEC-761E8C095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2A71119-68B1-0667-10B5-A706FAD3E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94713-97A0-49F3-B05F-D53A41BF34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01347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BA8881-5CB0-65B8-ABEE-A2564B0EF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EE010A3-ADF1-52FF-0806-D973955A68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603F01E-3CCE-CC54-BDD8-D5C95F1747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3D90728-EA7D-39B3-E70D-C3D3B8F28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23068-2480-4EA7-9AE6-E421BA964B7E}" type="datetimeFigureOut">
              <a:rPr lang="zh-CN" altLang="en-US" smtClean="0"/>
              <a:t>2025/11/18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96E786B-E5E5-D5FA-9ABA-144BFA990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4ABC5DD-8DD4-1AB9-1675-AABD006AB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94713-97A0-49F3-B05F-D53A41BF34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94186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18844E-A261-0827-6758-B41E4EC09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3571867-6F88-B188-7B33-4FF07C88A1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4FA7D91-4FA9-0789-D41D-F20FAA10E6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EEFF8CC-3C75-1D16-EF4A-EA15FF88F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23068-2480-4EA7-9AE6-E421BA964B7E}" type="datetimeFigureOut">
              <a:rPr lang="zh-CN" altLang="en-US" smtClean="0"/>
              <a:t>2025/11/18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3A909EA-6271-892A-6C95-957653CFB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1642F22-D279-EB4F-18A8-358728190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94713-97A0-49F3-B05F-D53A41BF34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0550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E5DA0F-61D0-3F56-4756-75F4A129B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627FD7B-C2D3-C181-3CD0-65847273A7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94F5C88-033E-099B-D3A9-D67E89627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23068-2480-4EA7-9AE6-E421BA964B7E}" type="datetimeFigureOut">
              <a:rPr lang="zh-CN" altLang="en-US" smtClean="0"/>
              <a:t>2025/11/18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B4DBC53-B33A-129E-13C0-3990BBAB4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25E6A14-7BDF-6446-755F-C30BA839C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94713-97A0-49F3-B05F-D53A41BF34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51210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1784712-A964-C140-CEB2-CACB2460B3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A3A33B6-F0DD-EB12-B3A6-DF1E657148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E8E931B-DA91-532B-1211-05E53F416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23068-2480-4EA7-9AE6-E421BA964B7E}" type="datetimeFigureOut">
              <a:rPr lang="zh-CN" altLang="en-US" smtClean="0"/>
              <a:t>2025/11/18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7AAE3F9-14AD-9E41-B02E-7095AAE18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88A9854-6521-4192-B3F7-84A0797CE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94713-97A0-49F3-B05F-D53A41BF34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82831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EB18BF7-94CC-C309-5814-58586016B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C90D3B5-38D8-1A2C-C188-6C59C87654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357620-87CF-9B20-F753-40B88FE2D7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623068-2480-4EA7-9AE6-E421BA964B7E}" type="datetimeFigureOut">
              <a:rPr lang="zh-CN" altLang="en-US" smtClean="0"/>
              <a:t>2025/11/18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02EE675-9957-8AEA-6E33-681B3C7F2C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22A7499-40D5-A0C0-F2F3-FDC7B98F5E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B94713-97A0-49F3-B05F-D53A41BF34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96618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jpg"/><Relationship Id="rId5" Type="http://schemas.openxmlformats.org/officeDocument/2006/relationships/image" Target="../media/image13.jpg"/><Relationship Id="rId4" Type="http://schemas.openxmlformats.org/officeDocument/2006/relationships/image" Target="../media/image12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jpg"/><Relationship Id="rId4" Type="http://schemas.openxmlformats.org/officeDocument/2006/relationships/image" Target="../media/image22.jp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57D439-D40C-60F5-C8A4-EFBEE51CBA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">
            <a:extLst>
              <a:ext uri="{FF2B5EF4-FFF2-40B4-BE49-F238E27FC236}">
                <a16:creationId xmlns:a16="http://schemas.microsoft.com/office/drawing/2014/main" id="{1E1231DB-380D-FA34-6544-446DE6CCBD8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505273" y="1214613"/>
            <a:ext cx="5486400" cy="2919095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pic>
        <p:nvPicPr>
          <p:cNvPr id="4" name="Picture">
            <a:extLst>
              <a:ext uri="{FF2B5EF4-FFF2-40B4-BE49-F238E27FC236}">
                <a16:creationId xmlns:a16="http://schemas.microsoft.com/office/drawing/2014/main" id="{F23F2614-6161-9B38-0CA8-53DEB762DED9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 bwMode="auto">
          <a:xfrm>
            <a:off x="6924292" y="487213"/>
            <a:ext cx="5314950" cy="5343525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118054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">
            <a:extLst>
              <a:ext uri="{FF2B5EF4-FFF2-40B4-BE49-F238E27FC236}">
                <a16:creationId xmlns:a16="http://schemas.microsoft.com/office/drawing/2014/main" id="{33FA0B40-E320-24A5-1467-484592C5B29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590485" y="421476"/>
            <a:ext cx="4524328" cy="2346271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pic>
        <p:nvPicPr>
          <p:cNvPr id="6" name="Picture">
            <a:extLst>
              <a:ext uri="{FF2B5EF4-FFF2-40B4-BE49-F238E27FC236}">
                <a16:creationId xmlns:a16="http://schemas.microsoft.com/office/drawing/2014/main" id="{948DFF3B-183C-0BE3-1C2B-5AF755E6F30B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 bwMode="auto">
          <a:xfrm>
            <a:off x="6926268" y="59429"/>
            <a:ext cx="4279994" cy="2800782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pic>
        <p:nvPicPr>
          <p:cNvPr id="7" name="Picture">
            <a:extLst>
              <a:ext uri="{FF2B5EF4-FFF2-40B4-BE49-F238E27FC236}">
                <a16:creationId xmlns:a16="http://schemas.microsoft.com/office/drawing/2014/main" id="{EAAA807A-5853-AA78-5729-18EA27BC8CCA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 bwMode="auto">
          <a:xfrm>
            <a:off x="590485" y="3629544"/>
            <a:ext cx="4750052" cy="2176412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pic>
        <p:nvPicPr>
          <p:cNvPr id="8" name="Picture">
            <a:extLst>
              <a:ext uri="{FF2B5EF4-FFF2-40B4-BE49-F238E27FC236}">
                <a16:creationId xmlns:a16="http://schemas.microsoft.com/office/drawing/2014/main" id="{C3075521-8E62-585A-C8F3-90A1BE2FDD50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 bwMode="auto">
          <a:xfrm>
            <a:off x="7219558" y="3258700"/>
            <a:ext cx="4029662" cy="3599299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082920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CE4045-CA58-C1C9-B591-D40CB4D8A8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">
            <a:extLst>
              <a:ext uri="{FF2B5EF4-FFF2-40B4-BE49-F238E27FC236}">
                <a16:creationId xmlns:a16="http://schemas.microsoft.com/office/drawing/2014/main" id="{7B344846-6AE5-C663-90F8-C63FEE4C256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533464" y="977495"/>
            <a:ext cx="5086350" cy="474345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pic>
        <p:nvPicPr>
          <p:cNvPr id="3" name="Picture">
            <a:extLst>
              <a:ext uri="{FF2B5EF4-FFF2-40B4-BE49-F238E27FC236}">
                <a16:creationId xmlns:a16="http://schemas.microsoft.com/office/drawing/2014/main" id="{420E621B-F07E-2FDF-DED2-4C9092231C5F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 bwMode="auto">
          <a:xfrm>
            <a:off x="6693869" y="1360764"/>
            <a:ext cx="4143375" cy="3571875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8556972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46CF52-7E47-D58D-21A0-EF97DAD1CA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">
            <a:extLst>
              <a:ext uri="{FF2B5EF4-FFF2-40B4-BE49-F238E27FC236}">
                <a16:creationId xmlns:a16="http://schemas.microsoft.com/office/drawing/2014/main" id="{A9F5E4F0-8AA7-FE3E-8C39-0CA422B634F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3752850" y="914400"/>
            <a:ext cx="4686300" cy="5029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6499172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7485D1-09B4-CFAC-CDFD-39BD926CA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">
            <a:extLst>
              <a:ext uri="{FF2B5EF4-FFF2-40B4-BE49-F238E27FC236}">
                <a16:creationId xmlns:a16="http://schemas.microsoft.com/office/drawing/2014/main" id="{97646CE1-07B3-7D01-4DD8-F6C3FDF61E0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589943" y="113533"/>
            <a:ext cx="2543175" cy="3400425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pic>
        <p:nvPicPr>
          <p:cNvPr id="5" name="Picture">
            <a:extLst>
              <a:ext uri="{FF2B5EF4-FFF2-40B4-BE49-F238E27FC236}">
                <a16:creationId xmlns:a16="http://schemas.microsoft.com/office/drawing/2014/main" id="{BCFE9F4A-A6FD-64A9-F74B-99491662126B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 bwMode="auto">
          <a:xfrm>
            <a:off x="589943" y="3579066"/>
            <a:ext cx="2543176" cy="3278934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pic>
        <p:nvPicPr>
          <p:cNvPr id="6" name="Picture">
            <a:extLst>
              <a:ext uri="{FF2B5EF4-FFF2-40B4-BE49-F238E27FC236}">
                <a16:creationId xmlns:a16="http://schemas.microsoft.com/office/drawing/2014/main" id="{44560A2E-22DF-7930-DA23-A7C1A5E283CA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 bwMode="auto">
          <a:xfrm>
            <a:off x="3994779" y="398323"/>
            <a:ext cx="3343275" cy="268605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pic>
        <p:nvPicPr>
          <p:cNvPr id="7" name="Picture">
            <a:extLst>
              <a:ext uri="{FF2B5EF4-FFF2-40B4-BE49-F238E27FC236}">
                <a16:creationId xmlns:a16="http://schemas.microsoft.com/office/drawing/2014/main" id="{BCD3E3E4-49A8-4B0B-6C54-5D724FBB80F4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 bwMode="auto">
          <a:xfrm>
            <a:off x="4732722" y="3229072"/>
            <a:ext cx="2030666" cy="3230605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pic>
        <p:nvPicPr>
          <p:cNvPr id="8" name="Picture">
            <a:extLst>
              <a:ext uri="{FF2B5EF4-FFF2-40B4-BE49-F238E27FC236}">
                <a16:creationId xmlns:a16="http://schemas.microsoft.com/office/drawing/2014/main" id="{646F649E-0188-A3FF-E590-B1FB29F23189}"/>
              </a:ext>
            </a:extLst>
          </p:cNvPr>
          <p:cNvPicPr/>
          <p:nvPr/>
        </p:nvPicPr>
        <p:blipFill>
          <a:blip r:embed="rId6"/>
          <a:stretch>
            <a:fillRect/>
          </a:stretch>
        </p:blipFill>
        <p:spPr bwMode="auto">
          <a:xfrm>
            <a:off x="7679187" y="484816"/>
            <a:ext cx="4248125" cy="4210757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AA136CFF-B22D-3AC2-6F90-758BABEAB592}"/>
              </a:ext>
            </a:extLst>
          </p:cNvPr>
          <p:cNvSpPr txBox="1"/>
          <p:nvPr/>
        </p:nvSpPr>
        <p:spPr>
          <a:xfrm>
            <a:off x="7603755" y="5218533"/>
            <a:ext cx="4720924" cy="783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altLang="zh-CN" sz="1800">
                <a:effectLst/>
                <a:latin typeface="Aptos"/>
                <a:ea typeface="等线" panose="02010600030101010101" pitchFamily="2" charset="-122"/>
                <a:cs typeface="Times New Roman" panose="02020603050405020304" pitchFamily="18" charset="0"/>
              </a:rPr>
              <a:t>12</a:t>
            </a:r>
            <a:r>
              <a:rPr lang="zh-CN" altLang="zh-CN" sz="1800">
                <a:effectLst/>
                <a:latin typeface="Aptos"/>
                <a:ea typeface="等线" panose="02010600030101010101" pitchFamily="2" charset="-122"/>
                <a:cs typeface="Times New Roman" panose="02020603050405020304" pitchFamily="18" charset="0"/>
              </a:rPr>
              <a:t>方位经子午归九宫示意图</a:t>
            </a:r>
            <a:r>
              <a:rPr lang="en-US" altLang="zh-CN" sz="1800">
                <a:effectLst/>
                <a:latin typeface="Aptos"/>
                <a:ea typeface="等线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sz="1800">
                <a:effectLst/>
                <a:latin typeface="Aptos"/>
                <a:ea typeface="等线" panose="02010600030101010101" pitchFamily="2" charset="-122"/>
                <a:cs typeface="Times New Roman" panose="02020603050405020304" pitchFamily="18" charset="0"/>
              </a:rPr>
              <a:t>辰戌丑未墓藏归中成土）</a:t>
            </a:r>
          </a:p>
        </p:txBody>
      </p:sp>
    </p:spTree>
    <p:extLst>
      <p:ext uri="{BB962C8B-B14F-4D97-AF65-F5344CB8AC3E}">
        <p14:creationId xmlns:p14="http://schemas.microsoft.com/office/powerpoint/2010/main" val="15020777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11D959-3619-95E7-C766-2ED2582111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5E130B22-64AD-3F3E-BA74-3A54C23776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5724433"/>
              </p:ext>
            </p:extLst>
          </p:nvPr>
        </p:nvGraphicFramePr>
        <p:xfrm>
          <a:off x="304288" y="432921"/>
          <a:ext cx="5501232" cy="27766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87654">
                  <a:extLst>
                    <a:ext uri="{9D8B030D-6E8A-4147-A177-3AD203B41FA5}">
                      <a16:colId xmlns:a16="http://schemas.microsoft.com/office/drawing/2014/main" val="3841371259"/>
                    </a:ext>
                  </a:extLst>
                </a:gridCol>
                <a:gridCol w="687654">
                  <a:extLst>
                    <a:ext uri="{9D8B030D-6E8A-4147-A177-3AD203B41FA5}">
                      <a16:colId xmlns:a16="http://schemas.microsoft.com/office/drawing/2014/main" val="3950863132"/>
                    </a:ext>
                  </a:extLst>
                </a:gridCol>
                <a:gridCol w="687654">
                  <a:extLst>
                    <a:ext uri="{9D8B030D-6E8A-4147-A177-3AD203B41FA5}">
                      <a16:colId xmlns:a16="http://schemas.microsoft.com/office/drawing/2014/main" val="111787188"/>
                    </a:ext>
                  </a:extLst>
                </a:gridCol>
                <a:gridCol w="687654">
                  <a:extLst>
                    <a:ext uri="{9D8B030D-6E8A-4147-A177-3AD203B41FA5}">
                      <a16:colId xmlns:a16="http://schemas.microsoft.com/office/drawing/2014/main" val="3641412097"/>
                    </a:ext>
                  </a:extLst>
                </a:gridCol>
                <a:gridCol w="687654">
                  <a:extLst>
                    <a:ext uri="{9D8B030D-6E8A-4147-A177-3AD203B41FA5}">
                      <a16:colId xmlns:a16="http://schemas.microsoft.com/office/drawing/2014/main" val="3410392553"/>
                    </a:ext>
                  </a:extLst>
                </a:gridCol>
                <a:gridCol w="687654">
                  <a:extLst>
                    <a:ext uri="{9D8B030D-6E8A-4147-A177-3AD203B41FA5}">
                      <a16:colId xmlns:a16="http://schemas.microsoft.com/office/drawing/2014/main" val="3013358737"/>
                    </a:ext>
                  </a:extLst>
                </a:gridCol>
                <a:gridCol w="687654">
                  <a:extLst>
                    <a:ext uri="{9D8B030D-6E8A-4147-A177-3AD203B41FA5}">
                      <a16:colId xmlns:a16="http://schemas.microsoft.com/office/drawing/2014/main" val="1570876186"/>
                    </a:ext>
                  </a:extLst>
                </a:gridCol>
                <a:gridCol w="687654">
                  <a:extLst>
                    <a:ext uri="{9D8B030D-6E8A-4147-A177-3AD203B41FA5}">
                      <a16:colId xmlns:a16="http://schemas.microsoft.com/office/drawing/2014/main" val="2753665529"/>
                    </a:ext>
                  </a:extLst>
                </a:gridCol>
              </a:tblGrid>
              <a:tr h="347086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7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0725937"/>
                  </a:ext>
                </a:extLst>
              </a:tr>
              <a:tr h="347086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7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39349448"/>
                  </a:ext>
                </a:extLst>
              </a:tr>
              <a:tr h="347086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9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9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3690297"/>
                  </a:ext>
                </a:extLst>
              </a:tr>
              <a:tr h="347086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7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23656057"/>
                  </a:ext>
                </a:extLst>
              </a:tr>
              <a:tr h="347086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7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98629840"/>
                  </a:ext>
                </a:extLst>
              </a:tr>
              <a:tr h="347086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9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9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93308996"/>
                  </a:ext>
                </a:extLst>
              </a:tr>
              <a:tr h="347086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7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01609999"/>
                  </a:ext>
                </a:extLst>
              </a:tr>
              <a:tr h="347086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7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91050199"/>
                  </a:ext>
                </a:extLst>
              </a:tr>
            </a:tbl>
          </a:graphicData>
        </a:graphic>
      </p:graphicFrame>
      <p:pic>
        <p:nvPicPr>
          <p:cNvPr id="3" name="Picture">
            <a:extLst>
              <a:ext uri="{FF2B5EF4-FFF2-40B4-BE49-F238E27FC236}">
                <a16:creationId xmlns:a16="http://schemas.microsoft.com/office/drawing/2014/main" id="{E1A6B5F6-CDA8-EA0E-0449-98B89A1A2C8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304288" y="3919073"/>
            <a:ext cx="5486400" cy="1204595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pic>
        <p:nvPicPr>
          <p:cNvPr id="4" name="Picture">
            <a:extLst>
              <a:ext uri="{FF2B5EF4-FFF2-40B4-BE49-F238E27FC236}">
                <a16:creationId xmlns:a16="http://schemas.microsoft.com/office/drawing/2014/main" id="{6E35D859-028F-B2BF-5D1A-ABC73EAAA9E9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 bwMode="auto">
          <a:xfrm>
            <a:off x="7278218" y="781976"/>
            <a:ext cx="3514725" cy="1857375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8256233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9D18AE-778E-4D2F-18B0-69D5B9D994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BAE7ACD5-158A-2992-D2D4-A65BD9C3AF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0964922"/>
              </p:ext>
            </p:extLst>
          </p:nvPr>
        </p:nvGraphicFramePr>
        <p:xfrm>
          <a:off x="390205" y="506637"/>
          <a:ext cx="2312265" cy="153238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70755">
                  <a:extLst>
                    <a:ext uri="{9D8B030D-6E8A-4147-A177-3AD203B41FA5}">
                      <a16:colId xmlns:a16="http://schemas.microsoft.com/office/drawing/2014/main" val="1120081947"/>
                    </a:ext>
                  </a:extLst>
                </a:gridCol>
                <a:gridCol w="770755">
                  <a:extLst>
                    <a:ext uri="{9D8B030D-6E8A-4147-A177-3AD203B41FA5}">
                      <a16:colId xmlns:a16="http://schemas.microsoft.com/office/drawing/2014/main" val="509045666"/>
                    </a:ext>
                  </a:extLst>
                </a:gridCol>
                <a:gridCol w="770755">
                  <a:extLst>
                    <a:ext uri="{9D8B030D-6E8A-4147-A177-3AD203B41FA5}">
                      <a16:colId xmlns:a16="http://schemas.microsoft.com/office/drawing/2014/main" val="427982294"/>
                    </a:ext>
                  </a:extLst>
                </a:gridCol>
              </a:tblGrid>
              <a:tr h="510273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2800">
                          <a:effectLst/>
                        </a:rPr>
                        <a:t>4</a:t>
                      </a:r>
                      <a:endParaRPr lang="zh-CN" sz="28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6362" marR="15636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2800">
                          <a:effectLst/>
                        </a:rPr>
                        <a:t>9</a:t>
                      </a:r>
                      <a:endParaRPr lang="zh-CN" sz="28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6362" marR="15636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2800">
                          <a:effectLst/>
                        </a:rPr>
                        <a:t>２</a:t>
                      </a:r>
                      <a:endParaRPr lang="zh-CN" sz="28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6362" marR="156362" marT="0" marB="0"/>
                </a:tc>
                <a:extLst>
                  <a:ext uri="{0D108BD9-81ED-4DB2-BD59-A6C34878D82A}">
                    <a16:rowId xmlns:a16="http://schemas.microsoft.com/office/drawing/2014/main" val="4165493533"/>
                  </a:ext>
                </a:extLst>
              </a:tr>
              <a:tr h="510273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2800">
                          <a:effectLst/>
                        </a:rPr>
                        <a:t>3</a:t>
                      </a:r>
                      <a:endParaRPr lang="zh-CN" sz="28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6362" marR="15636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2800">
                          <a:effectLst/>
                        </a:rPr>
                        <a:t>5</a:t>
                      </a:r>
                      <a:endParaRPr lang="zh-CN" sz="28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6362" marR="15636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2800">
                          <a:effectLst/>
                        </a:rPr>
                        <a:t>7</a:t>
                      </a:r>
                      <a:endParaRPr lang="zh-CN" sz="28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6362" marR="156362" marT="0" marB="0"/>
                </a:tc>
                <a:extLst>
                  <a:ext uri="{0D108BD9-81ED-4DB2-BD59-A6C34878D82A}">
                    <a16:rowId xmlns:a16="http://schemas.microsoft.com/office/drawing/2014/main" val="1459730892"/>
                  </a:ext>
                </a:extLst>
              </a:tr>
              <a:tr h="510273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2800">
                          <a:effectLst/>
                        </a:rPr>
                        <a:t>8</a:t>
                      </a:r>
                      <a:endParaRPr lang="zh-CN" sz="28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6362" marR="15636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2800">
                          <a:effectLst/>
                        </a:rPr>
                        <a:t>1</a:t>
                      </a:r>
                      <a:endParaRPr lang="zh-CN" sz="28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6362" marR="15636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2800">
                          <a:effectLst/>
                        </a:rPr>
                        <a:t>6</a:t>
                      </a:r>
                      <a:endParaRPr lang="zh-CN" sz="28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6362" marR="156362" marT="0" marB="0"/>
                </a:tc>
                <a:extLst>
                  <a:ext uri="{0D108BD9-81ED-4DB2-BD59-A6C34878D82A}">
                    <a16:rowId xmlns:a16="http://schemas.microsoft.com/office/drawing/2014/main" val="2937095341"/>
                  </a:ext>
                </a:extLst>
              </a:tr>
            </a:tbl>
          </a:graphicData>
        </a:graphic>
      </p:graphicFrame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A953695D-5F84-9A81-58B9-EF90570F2C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8287271"/>
              </p:ext>
            </p:extLst>
          </p:nvPr>
        </p:nvGraphicFramePr>
        <p:xfrm>
          <a:off x="390205" y="2528744"/>
          <a:ext cx="2211848" cy="18005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52962">
                  <a:extLst>
                    <a:ext uri="{9D8B030D-6E8A-4147-A177-3AD203B41FA5}">
                      <a16:colId xmlns:a16="http://schemas.microsoft.com/office/drawing/2014/main" val="236327586"/>
                    </a:ext>
                  </a:extLst>
                </a:gridCol>
                <a:gridCol w="552962">
                  <a:extLst>
                    <a:ext uri="{9D8B030D-6E8A-4147-A177-3AD203B41FA5}">
                      <a16:colId xmlns:a16="http://schemas.microsoft.com/office/drawing/2014/main" val="3702736510"/>
                    </a:ext>
                  </a:extLst>
                </a:gridCol>
                <a:gridCol w="552962">
                  <a:extLst>
                    <a:ext uri="{9D8B030D-6E8A-4147-A177-3AD203B41FA5}">
                      <a16:colId xmlns:a16="http://schemas.microsoft.com/office/drawing/2014/main" val="283639100"/>
                    </a:ext>
                  </a:extLst>
                </a:gridCol>
                <a:gridCol w="552962">
                  <a:extLst>
                    <a:ext uri="{9D8B030D-6E8A-4147-A177-3AD203B41FA5}">
                      <a16:colId xmlns:a16="http://schemas.microsoft.com/office/drawing/2014/main" val="3364631090"/>
                    </a:ext>
                  </a:extLst>
                </a:gridCol>
              </a:tblGrid>
              <a:tr h="450128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9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58159427"/>
                  </a:ext>
                </a:extLst>
              </a:tr>
              <a:tr h="450128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７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11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２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86428454"/>
                  </a:ext>
                </a:extLst>
              </a:tr>
              <a:tr h="450128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15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34313047"/>
                  </a:ext>
                </a:extLst>
              </a:tr>
              <a:tr h="450128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１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13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26922805"/>
                  </a:ext>
                </a:extLst>
              </a:tr>
            </a:tbl>
          </a:graphicData>
        </a:graphic>
      </p:graphicFrame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52240FBA-4B65-F854-23A1-057F640270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4006815"/>
              </p:ext>
            </p:extLst>
          </p:nvPr>
        </p:nvGraphicFramePr>
        <p:xfrm>
          <a:off x="3391156" y="506637"/>
          <a:ext cx="3083285" cy="22529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16657">
                  <a:extLst>
                    <a:ext uri="{9D8B030D-6E8A-4147-A177-3AD203B41FA5}">
                      <a16:colId xmlns:a16="http://schemas.microsoft.com/office/drawing/2014/main" val="3262403871"/>
                    </a:ext>
                  </a:extLst>
                </a:gridCol>
                <a:gridCol w="616657">
                  <a:extLst>
                    <a:ext uri="{9D8B030D-6E8A-4147-A177-3AD203B41FA5}">
                      <a16:colId xmlns:a16="http://schemas.microsoft.com/office/drawing/2014/main" val="4276865340"/>
                    </a:ext>
                  </a:extLst>
                </a:gridCol>
                <a:gridCol w="616657">
                  <a:extLst>
                    <a:ext uri="{9D8B030D-6E8A-4147-A177-3AD203B41FA5}">
                      <a16:colId xmlns:a16="http://schemas.microsoft.com/office/drawing/2014/main" val="3145172606"/>
                    </a:ext>
                  </a:extLst>
                </a:gridCol>
                <a:gridCol w="616657">
                  <a:extLst>
                    <a:ext uri="{9D8B030D-6E8A-4147-A177-3AD203B41FA5}">
                      <a16:colId xmlns:a16="http://schemas.microsoft.com/office/drawing/2014/main" val="970222153"/>
                    </a:ext>
                  </a:extLst>
                </a:gridCol>
                <a:gridCol w="616657">
                  <a:extLst>
                    <a:ext uri="{9D8B030D-6E8A-4147-A177-3AD203B41FA5}">
                      <a16:colId xmlns:a16="http://schemas.microsoft.com/office/drawing/2014/main" val="3385076161"/>
                    </a:ext>
                  </a:extLst>
                </a:gridCol>
              </a:tblGrid>
              <a:tr h="450586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５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25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85485653"/>
                  </a:ext>
                </a:extLst>
              </a:tr>
              <a:tr h="450586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15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7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11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17379351"/>
                  </a:ext>
                </a:extLst>
              </a:tr>
              <a:tr h="450586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17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13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9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54652081"/>
                  </a:ext>
                </a:extLst>
              </a:tr>
              <a:tr h="450586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19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６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06787684"/>
                  </a:ext>
                </a:extLst>
              </a:tr>
              <a:tr h="450586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１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23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21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32917949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21AF2429-6FCB-8751-F20D-501862EC54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3085325"/>
              </p:ext>
            </p:extLst>
          </p:nvPr>
        </p:nvGraphicFramePr>
        <p:xfrm>
          <a:off x="3399521" y="3118209"/>
          <a:ext cx="3248982" cy="28591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41497">
                  <a:extLst>
                    <a:ext uri="{9D8B030D-6E8A-4147-A177-3AD203B41FA5}">
                      <a16:colId xmlns:a16="http://schemas.microsoft.com/office/drawing/2014/main" val="3605846084"/>
                    </a:ext>
                  </a:extLst>
                </a:gridCol>
                <a:gridCol w="541497">
                  <a:extLst>
                    <a:ext uri="{9D8B030D-6E8A-4147-A177-3AD203B41FA5}">
                      <a16:colId xmlns:a16="http://schemas.microsoft.com/office/drawing/2014/main" val="1039380868"/>
                    </a:ext>
                  </a:extLst>
                </a:gridCol>
                <a:gridCol w="541497">
                  <a:extLst>
                    <a:ext uri="{9D8B030D-6E8A-4147-A177-3AD203B41FA5}">
                      <a16:colId xmlns:a16="http://schemas.microsoft.com/office/drawing/2014/main" val="760411580"/>
                    </a:ext>
                  </a:extLst>
                </a:gridCol>
                <a:gridCol w="541497">
                  <a:extLst>
                    <a:ext uri="{9D8B030D-6E8A-4147-A177-3AD203B41FA5}">
                      <a16:colId xmlns:a16="http://schemas.microsoft.com/office/drawing/2014/main" val="2670635683"/>
                    </a:ext>
                  </a:extLst>
                </a:gridCol>
                <a:gridCol w="541497">
                  <a:extLst>
                    <a:ext uri="{9D8B030D-6E8A-4147-A177-3AD203B41FA5}">
                      <a16:colId xmlns:a16="http://schemas.microsoft.com/office/drawing/2014/main" val="1626917650"/>
                    </a:ext>
                  </a:extLst>
                </a:gridCol>
                <a:gridCol w="541497">
                  <a:extLst>
                    <a:ext uri="{9D8B030D-6E8A-4147-A177-3AD203B41FA5}">
                      <a16:colId xmlns:a16="http://schemas.microsoft.com/office/drawing/2014/main" val="1805687472"/>
                    </a:ext>
                  </a:extLst>
                </a:gridCol>
              </a:tblGrid>
              <a:tr h="476524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27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29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13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47236732"/>
                  </a:ext>
                </a:extLst>
              </a:tr>
              <a:tr h="476524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9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11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31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94928090"/>
                  </a:ext>
                </a:extLst>
              </a:tr>
              <a:tr h="476524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25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7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３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21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23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04566350"/>
                  </a:ext>
                </a:extLst>
              </a:tr>
              <a:tr h="476524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52255892"/>
                  </a:ext>
                </a:extLst>
              </a:tr>
              <a:tr h="476524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６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15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17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19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43701589"/>
                  </a:ext>
                </a:extLst>
              </a:tr>
              <a:tr h="476524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33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35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8·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06150760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521748B4-763A-5907-58CB-805E30CC4C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2957633"/>
              </p:ext>
            </p:extLst>
          </p:nvPr>
        </p:nvGraphicFramePr>
        <p:xfrm>
          <a:off x="7214449" y="506637"/>
          <a:ext cx="4384317" cy="323278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26331">
                  <a:extLst>
                    <a:ext uri="{9D8B030D-6E8A-4147-A177-3AD203B41FA5}">
                      <a16:colId xmlns:a16="http://schemas.microsoft.com/office/drawing/2014/main" val="3854814125"/>
                    </a:ext>
                  </a:extLst>
                </a:gridCol>
                <a:gridCol w="626331">
                  <a:extLst>
                    <a:ext uri="{9D8B030D-6E8A-4147-A177-3AD203B41FA5}">
                      <a16:colId xmlns:a16="http://schemas.microsoft.com/office/drawing/2014/main" val="3636562629"/>
                    </a:ext>
                  </a:extLst>
                </a:gridCol>
                <a:gridCol w="626331">
                  <a:extLst>
                    <a:ext uri="{9D8B030D-6E8A-4147-A177-3AD203B41FA5}">
                      <a16:colId xmlns:a16="http://schemas.microsoft.com/office/drawing/2014/main" val="2666568159"/>
                    </a:ext>
                  </a:extLst>
                </a:gridCol>
                <a:gridCol w="626331">
                  <a:extLst>
                    <a:ext uri="{9D8B030D-6E8A-4147-A177-3AD203B41FA5}">
                      <a16:colId xmlns:a16="http://schemas.microsoft.com/office/drawing/2014/main" val="317134578"/>
                    </a:ext>
                  </a:extLst>
                </a:gridCol>
                <a:gridCol w="626331">
                  <a:extLst>
                    <a:ext uri="{9D8B030D-6E8A-4147-A177-3AD203B41FA5}">
                      <a16:colId xmlns:a16="http://schemas.microsoft.com/office/drawing/2014/main" val="3609217307"/>
                    </a:ext>
                  </a:extLst>
                </a:gridCol>
                <a:gridCol w="626331">
                  <a:extLst>
                    <a:ext uri="{9D8B030D-6E8A-4147-A177-3AD203B41FA5}">
                      <a16:colId xmlns:a16="http://schemas.microsoft.com/office/drawing/2014/main" val="1163340221"/>
                    </a:ext>
                  </a:extLst>
                </a:gridCol>
                <a:gridCol w="626331">
                  <a:extLst>
                    <a:ext uri="{9D8B030D-6E8A-4147-A177-3AD203B41FA5}">
                      <a16:colId xmlns:a16="http://schemas.microsoft.com/office/drawing/2014/main" val="1748986781"/>
                    </a:ext>
                  </a:extLst>
                </a:gridCol>
              </a:tblGrid>
              <a:tr h="461827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29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７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49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56170854"/>
                  </a:ext>
                </a:extLst>
              </a:tr>
              <a:tr h="461827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35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41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２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12307344"/>
                  </a:ext>
                </a:extLst>
              </a:tr>
              <a:tr h="461827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33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23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19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６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31202813"/>
                  </a:ext>
                </a:extLst>
              </a:tr>
              <a:tr h="461827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11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25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39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62322225"/>
                  </a:ext>
                </a:extLst>
              </a:tr>
              <a:tr h="461827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５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37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31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27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17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13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45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94210240"/>
                  </a:ext>
                </a:extLst>
              </a:tr>
              <a:tr h="461827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9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15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47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07028292"/>
                  </a:ext>
                </a:extLst>
              </a:tr>
              <a:tr h="461827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１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43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21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61650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39727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729B56-AF54-6069-1C37-A2E0A5E817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64BE389D-3463-8E34-816B-5FFE1E2FCF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1712842"/>
              </p:ext>
            </p:extLst>
          </p:nvPr>
        </p:nvGraphicFramePr>
        <p:xfrm>
          <a:off x="1230962" y="914400"/>
          <a:ext cx="4279984" cy="39644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34998">
                  <a:extLst>
                    <a:ext uri="{9D8B030D-6E8A-4147-A177-3AD203B41FA5}">
                      <a16:colId xmlns:a16="http://schemas.microsoft.com/office/drawing/2014/main" val="196044973"/>
                    </a:ext>
                  </a:extLst>
                </a:gridCol>
                <a:gridCol w="534998">
                  <a:extLst>
                    <a:ext uri="{9D8B030D-6E8A-4147-A177-3AD203B41FA5}">
                      <a16:colId xmlns:a16="http://schemas.microsoft.com/office/drawing/2014/main" val="853990103"/>
                    </a:ext>
                  </a:extLst>
                </a:gridCol>
                <a:gridCol w="534998">
                  <a:extLst>
                    <a:ext uri="{9D8B030D-6E8A-4147-A177-3AD203B41FA5}">
                      <a16:colId xmlns:a16="http://schemas.microsoft.com/office/drawing/2014/main" val="2115541432"/>
                    </a:ext>
                  </a:extLst>
                </a:gridCol>
                <a:gridCol w="534998">
                  <a:extLst>
                    <a:ext uri="{9D8B030D-6E8A-4147-A177-3AD203B41FA5}">
                      <a16:colId xmlns:a16="http://schemas.microsoft.com/office/drawing/2014/main" val="1264453755"/>
                    </a:ext>
                  </a:extLst>
                </a:gridCol>
                <a:gridCol w="534998">
                  <a:extLst>
                    <a:ext uri="{9D8B030D-6E8A-4147-A177-3AD203B41FA5}">
                      <a16:colId xmlns:a16="http://schemas.microsoft.com/office/drawing/2014/main" val="2276342288"/>
                    </a:ext>
                  </a:extLst>
                </a:gridCol>
                <a:gridCol w="534998">
                  <a:extLst>
                    <a:ext uri="{9D8B030D-6E8A-4147-A177-3AD203B41FA5}">
                      <a16:colId xmlns:a16="http://schemas.microsoft.com/office/drawing/2014/main" val="3577131021"/>
                    </a:ext>
                  </a:extLst>
                </a:gridCol>
                <a:gridCol w="534998">
                  <a:extLst>
                    <a:ext uri="{9D8B030D-6E8A-4147-A177-3AD203B41FA5}">
                      <a16:colId xmlns:a16="http://schemas.microsoft.com/office/drawing/2014/main" val="82831640"/>
                    </a:ext>
                  </a:extLst>
                </a:gridCol>
                <a:gridCol w="534998">
                  <a:extLst>
                    <a:ext uri="{9D8B030D-6E8A-4147-A177-3AD203B41FA5}">
                      <a16:colId xmlns:a16="http://schemas.microsoft.com/office/drawing/2014/main" val="2948399677"/>
                    </a:ext>
                  </a:extLst>
                </a:gridCol>
              </a:tblGrid>
              <a:tr h="495556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9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57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41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25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30520932"/>
                  </a:ext>
                </a:extLst>
              </a:tr>
              <a:tr h="495556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7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55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39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23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29918213"/>
                  </a:ext>
                </a:extLst>
              </a:tr>
              <a:tr h="495556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27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11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57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43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54860251"/>
                  </a:ext>
                </a:extLst>
              </a:tr>
              <a:tr h="495556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53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37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21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60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43865894"/>
                  </a:ext>
                </a:extLst>
              </a:tr>
              <a:tr h="495556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61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45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27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13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03989362"/>
                  </a:ext>
                </a:extLst>
              </a:tr>
              <a:tr h="495556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19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62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51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35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30605113"/>
                  </a:ext>
                </a:extLst>
              </a:tr>
              <a:tr h="495556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47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31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15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63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19863921"/>
                  </a:ext>
                </a:extLst>
              </a:tr>
              <a:tr h="495556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64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33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17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１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49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49677152"/>
                  </a:ext>
                </a:extLst>
              </a:tr>
            </a:tbl>
          </a:graphicData>
        </a:graphic>
      </p:graphicFrame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56F68D20-88FC-F77A-4FDB-8749A944F1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1784711"/>
              </p:ext>
            </p:extLst>
          </p:nvPr>
        </p:nvGraphicFramePr>
        <p:xfrm>
          <a:off x="6336874" y="914400"/>
          <a:ext cx="4218615" cy="386011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68735">
                  <a:extLst>
                    <a:ext uri="{9D8B030D-6E8A-4147-A177-3AD203B41FA5}">
                      <a16:colId xmlns:a16="http://schemas.microsoft.com/office/drawing/2014/main" val="1965090674"/>
                    </a:ext>
                  </a:extLst>
                </a:gridCol>
                <a:gridCol w="468735">
                  <a:extLst>
                    <a:ext uri="{9D8B030D-6E8A-4147-A177-3AD203B41FA5}">
                      <a16:colId xmlns:a16="http://schemas.microsoft.com/office/drawing/2014/main" val="1021821156"/>
                    </a:ext>
                  </a:extLst>
                </a:gridCol>
                <a:gridCol w="468735">
                  <a:extLst>
                    <a:ext uri="{9D8B030D-6E8A-4147-A177-3AD203B41FA5}">
                      <a16:colId xmlns:a16="http://schemas.microsoft.com/office/drawing/2014/main" val="376646574"/>
                    </a:ext>
                  </a:extLst>
                </a:gridCol>
                <a:gridCol w="468735">
                  <a:extLst>
                    <a:ext uri="{9D8B030D-6E8A-4147-A177-3AD203B41FA5}">
                      <a16:colId xmlns:a16="http://schemas.microsoft.com/office/drawing/2014/main" val="3197621724"/>
                    </a:ext>
                  </a:extLst>
                </a:gridCol>
                <a:gridCol w="468735">
                  <a:extLst>
                    <a:ext uri="{9D8B030D-6E8A-4147-A177-3AD203B41FA5}">
                      <a16:colId xmlns:a16="http://schemas.microsoft.com/office/drawing/2014/main" val="2478676789"/>
                    </a:ext>
                  </a:extLst>
                </a:gridCol>
                <a:gridCol w="468735">
                  <a:extLst>
                    <a:ext uri="{9D8B030D-6E8A-4147-A177-3AD203B41FA5}">
                      <a16:colId xmlns:a16="http://schemas.microsoft.com/office/drawing/2014/main" val="2178789809"/>
                    </a:ext>
                  </a:extLst>
                </a:gridCol>
                <a:gridCol w="468735">
                  <a:extLst>
                    <a:ext uri="{9D8B030D-6E8A-4147-A177-3AD203B41FA5}">
                      <a16:colId xmlns:a16="http://schemas.microsoft.com/office/drawing/2014/main" val="1826235517"/>
                    </a:ext>
                  </a:extLst>
                </a:gridCol>
                <a:gridCol w="468735">
                  <a:extLst>
                    <a:ext uri="{9D8B030D-6E8A-4147-A177-3AD203B41FA5}">
                      <a16:colId xmlns:a16="http://schemas.microsoft.com/office/drawing/2014/main" val="1633963046"/>
                    </a:ext>
                  </a:extLst>
                </a:gridCol>
                <a:gridCol w="468735">
                  <a:extLst>
                    <a:ext uri="{9D8B030D-6E8A-4147-A177-3AD203B41FA5}">
                      <a16:colId xmlns:a16="http://schemas.microsoft.com/office/drawing/2014/main" val="2047365864"/>
                    </a:ext>
                  </a:extLst>
                </a:gridCol>
              </a:tblGrid>
              <a:tr h="428902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31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76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13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81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27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74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11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60989324"/>
                  </a:ext>
                </a:extLst>
              </a:tr>
              <a:tr h="428902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27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45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63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23474933"/>
                  </a:ext>
                </a:extLst>
              </a:tr>
              <a:tr h="428902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67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49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72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9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65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２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47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62243962"/>
                  </a:ext>
                </a:extLst>
              </a:tr>
              <a:tr h="428902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75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77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79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34276198"/>
                  </a:ext>
                </a:extLst>
              </a:tr>
              <a:tr h="428902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21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39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57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23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41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59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25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43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61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02602287"/>
                  </a:ext>
                </a:extLst>
              </a:tr>
              <a:tr h="428902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66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３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68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５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70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7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72599927"/>
                  </a:ext>
                </a:extLst>
              </a:tr>
              <a:tr h="428902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35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80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17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73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33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78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15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93087571"/>
                  </a:ext>
                </a:extLst>
              </a:tr>
              <a:tr h="428902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62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19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37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55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60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24355986"/>
                  </a:ext>
                </a:extLst>
              </a:tr>
              <a:tr h="428902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71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53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64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１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69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51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56081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26541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04D415-A5C1-15CC-16ED-8243251C7F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EAE429E0-0B0F-5843-17C6-DF637CC18B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8402302"/>
              </p:ext>
            </p:extLst>
          </p:nvPr>
        </p:nvGraphicFramePr>
        <p:xfrm>
          <a:off x="420890" y="1055550"/>
          <a:ext cx="5561680" cy="44063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56168">
                  <a:extLst>
                    <a:ext uri="{9D8B030D-6E8A-4147-A177-3AD203B41FA5}">
                      <a16:colId xmlns:a16="http://schemas.microsoft.com/office/drawing/2014/main" val="2300599819"/>
                    </a:ext>
                  </a:extLst>
                </a:gridCol>
                <a:gridCol w="556168">
                  <a:extLst>
                    <a:ext uri="{9D8B030D-6E8A-4147-A177-3AD203B41FA5}">
                      <a16:colId xmlns:a16="http://schemas.microsoft.com/office/drawing/2014/main" val="2745477858"/>
                    </a:ext>
                  </a:extLst>
                </a:gridCol>
                <a:gridCol w="556168">
                  <a:extLst>
                    <a:ext uri="{9D8B030D-6E8A-4147-A177-3AD203B41FA5}">
                      <a16:colId xmlns:a16="http://schemas.microsoft.com/office/drawing/2014/main" val="2378642716"/>
                    </a:ext>
                  </a:extLst>
                </a:gridCol>
                <a:gridCol w="556168">
                  <a:extLst>
                    <a:ext uri="{9D8B030D-6E8A-4147-A177-3AD203B41FA5}">
                      <a16:colId xmlns:a16="http://schemas.microsoft.com/office/drawing/2014/main" val="3850544365"/>
                    </a:ext>
                  </a:extLst>
                </a:gridCol>
                <a:gridCol w="556168">
                  <a:extLst>
                    <a:ext uri="{9D8B030D-6E8A-4147-A177-3AD203B41FA5}">
                      <a16:colId xmlns:a16="http://schemas.microsoft.com/office/drawing/2014/main" val="2627592699"/>
                    </a:ext>
                  </a:extLst>
                </a:gridCol>
                <a:gridCol w="556168">
                  <a:extLst>
                    <a:ext uri="{9D8B030D-6E8A-4147-A177-3AD203B41FA5}">
                      <a16:colId xmlns:a16="http://schemas.microsoft.com/office/drawing/2014/main" val="2605098693"/>
                    </a:ext>
                  </a:extLst>
                </a:gridCol>
                <a:gridCol w="556168">
                  <a:extLst>
                    <a:ext uri="{9D8B030D-6E8A-4147-A177-3AD203B41FA5}">
                      <a16:colId xmlns:a16="http://schemas.microsoft.com/office/drawing/2014/main" val="2475195198"/>
                    </a:ext>
                  </a:extLst>
                </a:gridCol>
                <a:gridCol w="556168">
                  <a:extLst>
                    <a:ext uri="{9D8B030D-6E8A-4147-A177-3AD203B41FA5}">
                      <a16:colId xmlns:a16="http://schemas.microsoft.com/office/drawing/2014/main" val="1287507877"/>
                    </a:ext>
                  </a:extLst>
                </a:gridCol>
                <a:gridCol w="556168">
                  <a:extLst>
                    <a:ext uri="{9D8B030D-6E8A-4147-A177-3AD203B41FA5}">
                      <a16:colId xmlns:a16="http://schemas.microsoft.com/office/drawing/2014/main" val="1687451404"/>
                    </a:ext>
                  </a:extLst>
                </a:gridCol>
                <a:gridCol w="556168">
                  <a:extLst>
                    <a:ext uri="{9D8B030D-6E8A-4147-A177-3AD203B41FA5}">
                      <a16:colId xmlns:a16="http://schemas.microsoft.com/office/drawing/2014/main" val="755687975"/>
                    </a:ext>
                  </a:extLst>
                </a:gridCol>
              </a:tblGrid>
              <a:tr h="440630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500">
                          <a:effectLst/>
                        </a:rPr>
                        <a:t>１</a:t>
                      </a:r>
                      <a:endParaRPr lang="zh-CN" sz="15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3155" marR="8315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500">
                          <a:effectLst/>
                        </a:rPr>
                        <a:t>20</a:t>
                      </a:r>
                      <a:endParaRPr lang="zh-CN" sz="15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3155" marR="8315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500">
                          <a:effectLst/>
                        </a:rPr>
                        <a:t>21</a:t>
                      </a:r>
                      <a:endParaRPr lang="zh-CN" sz="15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3155" marR="8315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500">
                          <a:effectLst/>
                        </a:rPr>
                        <a:t>40</a:t>
                      </a:r>
                      <a:endParaRPr lang="zh-CN" sz="15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3155" marR="8315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500">
                          <a:effectLst/>
                        </a:rPr>
                        <a:t>41</a:t>
                      </a:r>
                      <a:endParaRPr lang="zh-CN" sz="15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3155" marR="8315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500">
                          <a:effectLst/>
                        </a:rPr>
                        <a:t>60</a:t>
                      </a:r>
                      <a:endParaRPr lang="zh-CN" sz="15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3155" marR="8315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500">
                          <a:effectLst/>
                        </a:rPr>
                        <a:t>61</a:t>
                      </a:r>
                      <a:endParaRPr lang="zh-CN" sz="15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3155" marR="8315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500">
                          <a:effectLst/>
                        </a:rPr>
                        <a:t>80</a:t>
                      </a:r>
                      <a:endParaRPr lang="zh-CN" sz="15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3155" marR="8315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500">
                          <a:effectLst/>
                        </a:rPr>
                        <a:t>81</a:t>
                      </a:r>
                      <a:endParaRPr lang="zh-CN" sz="15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3155" marR="8315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500">
                          <a:effectLst/>
                        </a:rPr>
                        <a:t>100</a:t>
                      </a:r>
                      <a:endParaRPr lang="zh-CN" sz="15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3155" marR="83155" marT="0" marB="0"/>
                </a:tc>
                <a:extLst>
                  <a:ext uri="{0D108BD9-81ED-4DB2-BD59-A6C34878D82A}">
                    <a16:rowId xmlns:a16="http://schemas.microsoft.com/office/drawing/2014/main" val="960157320"/>
                  </a:ext>
                </a:extLst>
              </a:tr>
              <a:tr h="440630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500">
                          <a:effectLst/>
                        </a:rPr>
                        <a:t>99</a:t>
                      </a:r>
                      <a:endParaRPr lang="zh-CN" sz="15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3155" marR="8315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500">
                          <a:effectLst/>
                        </a:rPr>
                        <a:t>82</a:t>
                      </a:r>
                      <a:endParaRPr lang="zh-CN" sz="15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3155" marR="8315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500">
                          <a:effectLst/>
                        </a:rPr>
                        <a:t>79</a:t>
                      </a:r>
                      <a:endParaRPr lang="zh-CN" sz="15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3155" marR="8315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500">
                          <a:effectLst/>
                        </a:rPr>
                        <a:t>62</a:t>
                      </a:r>
                      <a:endParaRPr lang="zh-CN" sz="15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3155" marR="8315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500">
                          <a:effectLst/>
                        </a:rPr>
                        <a:t>59</a:t>
                      </a:r>
                      <a:endParaRPr lang="zh-CN" sz="15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3155" marR="8315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500">
                          <a:effectLst/>
                        </a:rPr>
                        <a:t>42</a:t>
                      </a:r>
                      <a:endParaRPr lang="zh-CN" sz="15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3155" marR="8315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500">
                          <a:effectLst/>
                        </a:rPr>
                        <a:t>39</a:t>
                      </a:r>
                      <a:endParaRPr lang="zh-CN" sz="15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3155" marR="8315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500">
                          <a:effectLst/>
                        </a:rPr>
                        <a:t>22</a:t>
                      </a:r>
                      <a:endParaRPr lang="zh-CN" sz="15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3155" marR="8315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500">
                          <a:effectLst/>
                        </a:rPr>
                        <a:t>19</a:t>
                      </a:r>
                      <a:endParaRPr lang="zh-CN" sz="15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3155" marR="8315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500">
                          <a:effectLst/>
                        </a:rPr>
                        <a:t>2</a:t>
                      </a:r>
                      <a:endParaRPr lang="zh-CN" sz="15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3155" marR="83155" marT="0" marB="0"/>
                </a:tc>
                <a:extLst>
                  <a:ext uri="{0D108BD9-81ED-4DB2-BD59-A6C34878D82A}">
                    <a16:rowId xmlns:a16="http://schemas.microsoft.com/office/drawing/2014/main" val="243944593"/>
                  </a:ext>
                </a:extLst>
              </a:tr>
              <a:tr h="440630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500">
                          <a:effectLst/>
                        </a:rPr>
                        <a:t>3</a:t>
                      </a:r>
                      <a:endParaRPr lang="zh-CN" sz="15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3155" marR="8315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500">
                          <a:effectLst/>
                        </a:rPr>
                        <a:t>18</a:t>
                      </a:r>
                      <a:endParaRPr lang="zh-CN" sz="15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3155" marR="8315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500">
                          <a:effectLst/>
                        </a:rPr>
                        <a:t>23</a:t>
                      </a:r>
                      <a:endParaRPr lang="zh-CN" sz="15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3155" marR="8315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500">
                          <a:effectLst/>
                        </a:rPr>
                        <a:t>38</a:t>
                      </a:r>
                      <a:endParaRPr lang="zh-CN" sz="15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3155" marR="8315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500">
                          <a:effectLst/>
                        </a:rPr>
                        <a:t>43</a:t>
                      </a:r>
                      <a:endParaRPr lang="zh-CN" sz="15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3155" marR="8315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500">
                          <a:effectLst/>
                        </a:rPr>
                        <a:t>58</a:t>
                      </a:r>
                      <a:endParaRPr lang="zh-CN" sz="15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3155" marR="8315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500">
                          <a:effectLst/>
                        </a:rPr>
                        <a:t>63</a:t>
                      </a:r>
                      <a:endParaRPr lang="zh-CN" sz="15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3155" marR="8315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500">
                          <a:effectLst/>
                        </a:rPr>
                        <a:t>78</a:t>
                      </a:r>
                      <a:endParaRPr lang="zh-CN" sz="15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3155" marR="8315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500">
                          <a:effectLst/>
                        </a:rPr>
                        <a:t>83</a:t>
                      </a:r>
                      <a:endParaRPr lang="zh-CN" sz="15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3155" marR="8315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500">
                          <a:effectLst/>
                        </a:rPr>
                        <a:t>98</a:t>
                      </a:r>
                      <a:endParaRPr lang="zh-CN" sz="15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3155" marR="83155" marT="0" marB="0"/>
                </a:tc>
                <a:extLst>
                  <a:ext uri="{0D108BD9-81ED-4DB2-BD59-A6C34878D82A}">
                    <a16:rowId xmlns:a16="http://schemas.microsoft.com/office/drawing/2014/main" val="2441404017"/>
                  </a:ext>
                </a:extLst>
              </a:tr>
              <a:tr h="440630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500">
                          <a:effectLst/>
                        </a:rPr>
                        <a:t>97</a:t>
                      </a:r>
                      <a:endParaRPr lang="zh-CN" sz="15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3155" marR="8315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500">
                          <a:effectLst/>
                        </a:rPr>
                        <a:t>84</a:t>
                      </a:r>
                      <a:endParaRPr lang="zh-CN" sz="15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3155" marR="8315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500">
                          <a:effectLst/>
                        </a:rPr>
                        <a:t>77</a:t>
                      </a:r>
                      <a:endParaRPr lang="zh-CN" sz="15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3155" marR="8315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500">
                          <a:effectLst/>
                        </a:rPr>
                        <a:t>64</a:t>
                      </a:r>
                      <a:endParaRPr lang="zh-CN" sz="15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3155" marR="8315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500">
                          <a:effectLst/>
                        </a:rPr>
                        <a:t>57</a:t>
                      </a:r>
                      <a:endParaRPr lang="zh-CN" sz="15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3155" marR="8315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500">
                          <a:effectLst/>
                        </a:rPr>
                        <a:t>44</a:t>
                      </a:r>
                      <a:endParaRPr lang="zh-CN" sz="15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3155" marR="8315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500">
                          <a:effectLst/>
                        </a:rPr>
                        <a:t>37</a:t>
                      </a:r>
                      <a:endParaRPr lang="zh-CN" sz="15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3155" marR="8315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500">
                          <a:effectLst/>
                        </a:rPr>
                        <a:t>24</a:t>
                      </a:r>
                      <a:endParaRPr lang="zh-CN" sz="15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3155" marR="8315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500">
                          <a:effectLst/>
                        </a:rPr>
                        <a:t>17</a:t>
                      </a:r>
                      <a:endParaRPr lang="zh-CN" sz="15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3155" marR="8315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500">
                          <a:effectLst/>
                        </a:rPr>
                        <a:t>4</a:t>
                      </a:r>
                      <a:endParaRPr lang="zh-CN" sz="15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3155" marR="83155" marT="0" marB="0"/>
                </a:tc>
                <a:extLst>
                  <a:ext uri="{0D108BD9-81ED-4DB2-BD59-A6C34878D82A}">
                    <a16:rowId xmlns:a16="http://schemas.microsoft.com/office/drawing/2014/main" val="1479013940"/>
                  </a:ext>
                </a:extLst>
              </a:tr>
              <a:tr h="440630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500">
                          <a:effectLst/>
                        </a:rPr>
                        <a:t>５</a:t>
                      </a:r>
                      <a:endParaRPr lang="zh-CN" sz="15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3155" marR="8315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500">
                          <a:effectLst/>
                        </a:rPr>
                        <a:t>16</a:t>
                      </a:r>
                      <a:endParaRPr lang="zh-CN" sz="15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3155" marR="8315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500">
                          <a:effectLst/>
                        </a:rPr>
                        <a:t>25</a:t>
                      </a:r>
                      <a:endParaRPr lang="zh-CN" sz="15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3155" marR="8315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500">
                          <a:effectLst/>
                        </a:rPr>
                        <a:t>36</a:t>
                      </a:r>
                      <a:endParaRPr lang="zh-CN" sz="15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3155" marR="8315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500">
                          <a:effectLst/>
                        </a:rPr>
                        <a:t>45</a:t>
                      </a:r>
                      <a:endParaRPr lang="zh-CN" sz="15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3155" marR="8315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500">
                          <a:effectLst/>
                        </a:rPr>
                        <a:t>56</a:t>
                      </a:r>
                      <a:endParaRPr lang="zh-CN" sz="15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3155" marR="8315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500">
                          <a:effectLst/>
                        </a:rPr>
                        <a:t>65</a:t>
                      </a:r>
                      <a:endParaRPr lang="zh-CN" sz="15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3155" marR="8315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500">
                          <a:effectLst/>
                        </a:rPr>
                        <a:t>76</a:t>
                      </a:r>
                      <a:endParaRPr lang="zh-CN" sz="15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3155" marR="8315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500">
                          <a:effectLst/>
                        </a:rPr>
                        <a:t>85</a:t>
                      </a:r>
                      <a:endParaRPr lang="zh-CN" sz="15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3155" marR="8315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500">
                          <a:effectLst/>
                        </a:rPr>
                        <a:t>96</a:t>
                      </a:r>
                      <a:endParaRPr lang="zh-CN" sz="15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3155" marR="83155" marT="0" marB="0"/>
                </a:tc>
                <a:extLst>
                  <a:ext uri="{0D108BD9-81ED-4DB2-BD59-A6C34878D82A}">
                    <a16:rowId xmlns:a16="http://schemas.microsoft.com/office/drawing/2014/main" val="2204300269"/>
                  </a:ext>
                </a:extLst>
              </a:tr>
              <a:tr h="440630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500">
                          <a:effectLst/>
                        </a:rPr>
                        <a:t>95</a:t>
                      </a:r>
                      <a:endParaRPr lang="zh-CN" sz="15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3155" marR="8315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500">
                          <a:effectLst/>
                        </a:rPr>
                        <a:t>86</a:t>
                      </a:r>
                      <a:endParaRPr lang="zh-CN" sz="15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3155" marR="8315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500">
                          <a:effectLst/>
                        </a:rPr>
                        <a:t>75</a:t>
                      </a:r>
                      <a:endParaRPr lang="zh-CN" sz="15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3155" marR="8315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500">
                          <a:effectLst/>
                        </a:rPr>
                        <a:t>66</a:t>
                      </a:r>
                      <a:endParaRPr lang="zh-CN" sz="15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3155" marR="8315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500">
                          <a:effectLst/>
                        </a:rPr>
                        <a:t>55</a:t>
                      </a:r>
                      <a:endParaRPr lang="zh-CN" sz="15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3155" marR="8315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500">
                          <a:effectLst/>
                        </a:rPr>
                        <a:t>46</a:t>
                      </a:r>
                      <a:endParaRPr lang="zh-CN" sz="15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3155" marR="8315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500">
                          <a:effectLst/>
                        </a:rPr>
                        <a:t>35</a:t>
                      </a:r>
                      <a:endParaRPr lang="zh-CN" sz="15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3155" marR="8315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500">
                          <a:effectLst/>
                        </a:rPr>
                        <a:t>26</a:t>
                      </a:r>
                      <a:endParaRPr lang="zh-CN" sz="15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3155" marR="8315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500">
                          <a:effectLst/>
                        </a:rPr>
                        <a:t>15</a:t>
                      </a:r>
                      <a:endParaRPr lang="zh-CN" sz="15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3155" marR="8315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500">
                          <a:effectLst/>
                        </a:rPr>
                        <a:t>６</a:t>
                      </a:r>
                      <a:endParaRPr lang="zh-CN" sz="15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3155" marR="83155" marT="0" marB="0"/>
                </a:tc>
                <a:extLst>
                  <a:ext uri="{0D108BD9-81ED-4DB2-BD59-A6C34878D82A}">
                    <a16:rowId xmlns:a16="http://schemas.microsoft.com/office/drawing/2014/main" val="2192285195"/>
                  </a:ext>
                </a:extLst>
              </a:tr>
              <a:tr h="440630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500">
                          <a:effectLst/>
                        </a:rPr>
                        <a:t>14</a:t>
                      </a:r>
                      <a:endParaRPr lang="zh-CN" sz="15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3155" marR="8315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500">
                          <a:effectLst/>
                        </a:rPr>
                        <a:t>7</a:t>
                      </a:r>
                      <a:endParaRPr lang="zh-CN" sz="15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3155" marR="8315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500">
                          <a:effectLst/>
                        </a:rPr>
                        <a:t>34</a:t>
                      </a:r>
                      <a:endParaRPr lang="zh-CN" sz="15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3155" marR="8315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500">
                          <a:effectLst/>
                        </a:rPr>
                        <a:t>27</a:t>
                      </a:r>
                      <a:endParaRPr lang="zh-CN" sz="15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3155" marR="8315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500">
                          <a:effectLst/>
                        </a:rPr>
                        <a:t>54</a:t>
                      </a:r>
                      <a:endParaRPr lang="zh-CN" sz="15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3155" marR="8315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500">
                          <a:effectLst/>
                        </a:rPr>
                        <a:t>47</a:t>
                      </a:r>
                      <a:endParaRPr lang="zh-CN" sz="15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3155" marR="8315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500">
                          <a:effectLst/>
                        </a:rPr>
                        <a:t>74</a:t>
                      </a:r>
                      <a:endParaRPr lang="zh-CN" sz="15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3155" marR="8315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500">
                          <a:effectLst/>
                        </a:rPr>
                        <a:t>67</a:t>
                      </a:r>
                      <a:endParaRPr lang="zh-CN" sz="15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3155" marR="8315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500">
                          <a:effectLst/>
                        </a:rPr>
                        <a:t>94</a:t>
                      </a:r>
                      <a:endParaRPr lang="zh-CN" sz="15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3155" marR="8315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500">
                          <a:effectLst/>
                        </a:rPr>
                        <a:t>87</a:t>
                      </a:r>
                      <a:endParaRPr lang="zh-CN" sz="15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3155" marR="83155" marT="0" marB="0"/>
                </a:tc>
                <a:extLst>
                  <a:ext uri="{0D108BD9-81ED-4DB2-BD59-A6C34878D82A}">
                    <a16:rowId xmlns:a16="http://schemas.microsoft.com/office/drawing/2014/main" val="3926274586"/>
                  </a:ext>
                </a:extLst>
              </a:tr>
              <a:tr h="440630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500">
                          <a:effectLst/>
                        </a:rPr>
                        <a:t>88</a:t>
                      </a:r>
                      <a:endParaRPr lang="zh-CN" sz="15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3155" marR="8315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500">
                          <a:effectLst/>
                        </a:rPr>
                        <a:t>93</a:t>
                      </a:r>
                      <a:endParaRPr lang="zh-CN" sz="15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3155" marR="8315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500">
                          <a:effectLst/>
                        </a:rPr>
                        <a:t>68</a:t>
                      </a:r>
                      <a:endParaRPr lang="zh-CN" sz="15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3155" marR="8315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500">
                          <a:effectLst/>
                        </a:rPr>
                        <a:t>73</a:t>
                      </a:r>
                      <a:endParaRPr lang="zh-CN" sz="15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3155" marR="8315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500">
                          <a:effectLst/>
                        </a:rPr>
                        <a:t>48</a:t>
                      </a:r>
                      <a:endParaRPr lang="zh-CN" sz="15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3155" marR="8315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500">
                          <a:effectLst/>
                        </a:rPr>
                        <a:t>53</a:t>
                      </a:r>
                      <a:endParaRPr lang="zh-CN" sz="15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3155" marR="8315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500">
                          <a:effectLst/>
                        </a:rPr>
                        <a:t>28</a:t>
                      </a:r>
                      <a:endParaRPr lang="zh-CN" sz="15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3155" marR="8315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500">
                          <a:effectLst/>
                        </a:rPr>
                        <a:t>33</a:t>
                      </a:r>
                      <a:endParaRPr lang="zh-CN" sz="15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3155" marR="8315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500">
                          <a:effectLst/>
                        </a:rPr>
                        <a:t>8</a:t>
                      </a:r>
                      <a:endParaRPr lang="zh-CN" sz="15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3155" marR="8315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500">
                          <a:effectLst/>
                        </a:rPr>
                        <a:t>13</a:t>
                      </a:r>
                      <a:endParaRPr lang="zh-CN" sz="15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3155" marR="83155" marT="0" marB="0"/>
                </a:tc>
                <a:extLst>
                  <a:ext uri="{0D108BD9-81ED-4DB2-BD59-A6C34878D82A}">
                    <a16:rowId xmlns:a16="http://schemas.microsoft.com/office/drawing/2014/main" val="2097110773"/>
                  </a:ext>
                </a:extLst>
              </a:tr>
              <a:tr h="440630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500">
                          <a:effectLst/>
                        </a:rPr>
                        <a:t>12</a:t>
                      </a:r>
                      <a:endParaRPr lang="zh-CN" sz="15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3155" marR="8315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500">
                          <a:effectLst/>
                        </a:rPr>
                        <a:t>9</a:t>
                      </a:r>
                      <a:endParaRPr lang="zh-CN" sz="15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3155" marR="8315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500">
                          <a:effectLst/>
                        </a:rPr>
                        <a:t>32</a:t>
                      </a:r>
                      <a:endParaRPr lang="zh-CN" sz="15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3155" marR="8315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500">
                          <a:effectLst/>
                        </a:rPr>
                        <a:t>29</a:t>
                      </a:r>
                      <a:endParaRPr lang="zh-CN" sz="15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3155" marR="8315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500">
                          <a:effectLst/>
                        </a:rPr>
                        <a:t>52</a:t>
                      </a:r>
                      <a:endParaRPr lang="zh-CN" sz="15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3155" marR="8315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500">
                          <a:effectLst/>
                        </a:rPr>
                        <a:t>49</a:t>
                      </a:r>
                      <a:endParaRPr lang="zh-CN" sz="15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3155" marR="8315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500">
                          <a:effectLst/>
                        </a:rPr>
                        <a:t>72</a:t>
                      </a:r>
                      <a:endParaRPr lang="zh-CN" sz="15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3155" marR="8315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500">
                          <a:effectLst/>
                        </a:rPr>
                        <a:t>69</a:t>
                      </a:r>
                      <a:endParaRPr lang="zh-CN" sz="15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3155" marR="8315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500">
                          <a:effectLst/>
                        </a:rPr>
                        <a:t>92</a:t>
                      </a:r>
                      <a:endParaRPr lang="zh-CN" sz="15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3155" marR="8315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500">
                          <a:effectLst/>
                        </a:rPr>
                        <a:t>89</a:t>
                      </a:r>
                      <a:endParaRPr lang="zh-CN" sz="15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3155" marR="83155" marT="0" marB="0"/>
                </a:tc>
                <a:extLst>
                  <a:ext uri="{0D108BD9-81ED-4DB2-BD59-A6C34878D82A}">
                    <a16:rowId xmlns:a16="http://schemas.microsoft.com/office/drawing/2014/main" val="636719210"/>
                  </a:ext>
                </a:extLst>
              </a:tr>
              <a:tr h="440630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500">
                          <a:effectLst/>
                        </a:rPr>
                        <a:t>91</a:t>
                      </a:r>
                      <a:endParaRPr lang="zh-CN" sz="15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3155" marR="8315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500">
                          <a:effectLst/>
                        </a:rPr>
                        <a:t>90</a:t>
                      </a:r>
                      <a:endParaRPr lang="zh-CN" sz="15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3155" marR="8315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500">
                          <a:effectLst/>
                        </a:rPr>
                        <a:t>71</a:t>
                      </a:r>
                      <a:endParaRPr lang="zh-CN" sz="15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3155" marR="8315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500">
                          <a:effectLst/>
                        </a:rPr>
                        <a:t>70</a:t>
                      </a:r>
                      <a:endParaRPr lang="zh-CN" sz="15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3155" marR="8315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500">
                          <a:effectLst/>
                        </a:rPr>
                        <a:t>51</a:t>
                      </a:r>
                      <a:endParaRPr lang="zh-CN" sz="15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3155" marR="8315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500">
                          <a:effectLst/>
                        </a:rPr>
                        <a:t>50</a:t>
                      </a:r>
                      <a:endParaRPr lang="zh-CN" sz="15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3155" marR="8315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500">
                          <a:effectLst/>
                        </a:rPr>
                        <a:t>31</a:t>
                      </a:r>
                      <a:endParaRPr lang="zh-CN" sz="15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3155" marR="8315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500">
                          <a:effectLst/>
                        </a:rPr>
                        <a:t>30</a:t>
                      </a:r>
                      <a:endParaRPr lang="zh-CN" sz="15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3155" marR="8315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500">
                          <a:effectLst/>
                        </a:rPr>
                        <a:t>11</a:t>
                      </a:r>
                      <a:endParaRPr lang="zh-CN" sz="15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3155" marR="8315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500">
                          <a:effectLst/>
                        </a:rPr>
                        <a:t>10</a:t>
                      </a:r>
                      <a:endParaRPr lang="zh-CN" sz="15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3155" marR="83155" marT="0" marB="0"/>
                </a:tc>
                <a:extLst>
                  <a:ext uri="{0D108BD9-81ED-4DB2-BD59-A6C34878D82A}">
                    <a16:rowId xmlns:a16="http://schemas.microsoft.com/office/drawing/2014/main" val="1378394040"/>
                  </a:ext>
                </a:extLst>
              </a:tr>
            </a:tbl>
          </a:graphicData>
        </a:graphic>
      </p:graphicFrame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E8D1E75C-64AE-83CB-F357-C3FDC97DDA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109053"/>
              </p:ext>
            </p:extLst>
          </p:nvPr>
        </p:nvGraphicFramePr>
        <p:xfrm>
          <a:off x="6441199" y="1021265"/>
          <a:ext cx="5016418" cy="440630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6038">
                  <a:extLst>
                    <a:ext uri="{9D8B030D-6E8A-4147-A177-3AD203B41FA5}">
                      <a16:colId xmlns:a16="http://schemas.microsoft.com/office/drawing/2014/main" val="377256388"/>
                    </a:ext>
                  </a:extLst>
                </a:gridCol>
                <a:gridCol w="456038">
                  <a:extLst>
                    <a:ext uri="{9D8B030D-6E8A-4147-A177-3AD203B41FA5}">
                      <a16:colId xmlns:a16="http://schemas.microsoft.com/office/drawing/2014/main" val="3727272125"/>
                    </a:ext>
                  </a:extLst>
                </a:gridCol>
                <a:gridCol w="456038">
                  <a:extLst>
                    <a:ext uri="{9D8B030D-6E8A-4147-A177-3AD203B41FA5}">
                      <a16:colId xmlns:a16="http://schemas.microsoft.com/office/drawing/2014/main" val="918421785"/>
                    </a:ext>
                  </a:extLst>
                </a:gridCol>
                <a:gridCol w="456038">
                  <a:extLst>
                    <a:ext uri="{9D8B030D-6E8A-4147-A177-3AD203B41FA5}">
                      <a16:colId xmlns:a16="http://schemas.microsoft.com/office/drawing/2014/main" val="992372182"/>
                    </a:ext>
                  </a:extLst>
                </a:gridCol>
                <a:gridCol w="456038">
                  <a:extLst>
                    <a:ext uri="{9D8B030D-6E8A-4147-A177-3AD203B41FA5}">
                      <a16:colId xmlns:a16="http://schemas.microsoft.com/office/drawing/2014/main" val="3354370222"/>
                    </a:ext>
                  </a:extLst>
                </a:gridCol>
                <a:gridCol w="456038">
                  <a:extLst>
                    <a:ext uri="{9D8B030D-6E8A-4147-A177-3AD203B41FA5}">
                      <a16:colId xmlns:a16="http://schemas.microsoft.com/office/drawing/2014/main" val="2805326780"/>
                    </a:ext>
                  </a:extLst>
                </a:gridCol>
                <a:gridCol w="456038">
                  <a:extLst>
                    <a:ext uri="{9D8B030D-6E8A-4147-A177-3AD203B41FA5}">
                      <a16:colId xmlns:a16="http://schemas.microsoft.com/office/drawing/2014/main" val="4144122788"/>
                    </a:ext>
                  </a:extLst>
                </a:gridCol>
                <a:gridCol w="456038">
                  <a:extLst>
                    <a:ext uri="{9D8B030D-6E8A-4147-A177-3AD203B41FA5}">
                      <a16:colId xmlns:a16="http://schemas.microsoft.com/office/drawing/2014/main" val="1373636064"/>
                    </a:ext>
                  </a:extLst>
                </a:gridCol>
                <a:gridCol w="456038">
                  <a:extLst>
                    <a:ext uri="{9D8B030D-6E8A-4147-A177-3AD203B41FA5}">
                      <a16:colId xmlns:a16="http://schemas.microsoft.com/office/drawing/2014/main" val="1608157286"/>
                    </a:ext>
                  </a:extLst>
                </a:gridCol>
                <a:gridCol w="456038">
                  <a:extLst>
                    <a:ext uri="{9D8B030D-6E8A-4147-A177-3AD203B41FA5}">
                      <a16:colId xmlns:a16="http://schemas.microsoft.com/office/drawing/2014/main" val="519338429"/>
                    </a:ext>
                  </a:extLst>
                </a:gridCol>
                <a:gridCol w="456038">
                  <a:extLst>
                    <a:ext uri="{9D8B030D-6E8A-4147-A177-3AD203B41FA5}">
                      <a16:colId xmlns:a16="http://schemas.microsoft.com/office/drawing/2014/main" val="2600589704"/>
                    </a:ext>
                  </a:extLst>
                </a:gridCol>
              </a:tblGrid>
              <a:tr h="400573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110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15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49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88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87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68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90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74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43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70073720"/>
                  </a:ext>
                </a:extLst>
              </a:tr>
              <a:tr h="400573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64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21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111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89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112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66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45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67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23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29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97339888"/>
                  </a:ext>
                </a:extLst>
              </a:tr>
              <a:tr h="400573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53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103.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102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119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59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107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47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93893095"/>
                  </a:ext>
                </a:extLst>
              </a:tr>
              <a:tr h="400573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106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99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31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35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92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97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85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9214597"/>
                  </a:ext>
                </a:extLst>
              </a:tr>
              <a:tr h="400573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79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84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79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109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62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9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27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115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11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93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68824153"/>
                  </a:ext>
                </a:extLst>
              </a:tr>
              <a:tr h="400573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105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116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94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72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83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61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39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17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53943034"/>
                  </a:ext>
                </a:extLst>
              </a:tr>
              <a:tr h="400573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117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104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95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82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60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73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51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95497956"/>
                  </a:ext>
                </a:extLst>
              </a:tr>
              <a:tr h="400573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37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118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113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81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96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69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65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01701133"/>
                  </a:ext>
                </a:extLst>
              </a:tr>
              <a:tr h="400573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63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41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19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91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108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80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86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75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33403109"/>
                  </a:ext>
                </a:extLst>
              </a:tr>
              <a:tr h="400573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76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70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57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13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120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101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98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26818591"/>
                  </a:ext>
                </a:extLst>
              </a:tr>
              <a:tr h="400573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100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25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71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55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77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114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33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7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121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562589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34172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FF364-A052-15C3-8BEA-443FD24C9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8F0AE53E-96EB-EA72-5E55-E165A7D33D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096365"/>
              </p:ext>
            </p:extLst>
          </p:nvPr>
        </p:nvGraphicFramePr>
        <p:xfrm>
          <a:off x="838200" y="490953"/>
          <a:ext cx="10515600" cy="58423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76300">
                  <a:extLst>
                    <a:ext uri="{9D8B030D-6E8A-4147-A177-3AD203B41FA5}">
                      <a16:colId xmlns:a16="http://schemas.microsoft.com/office/drawing/2014/main" val="3962771869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3242423045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161093728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1993828162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1435175169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3910936301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3661730197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627274707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3023912005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1140639252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3159674668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1404985074"/>
                    </a:ext>
                  </a:extLst>
                </a:gridCol>
              </a:tblGrid>
              <a:tr h="486862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121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144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120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96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97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73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72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49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25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23611920"/>
                  </a:ext>
                </a:extLst>
              </a:tr>
              <a:tr h="486862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17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２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143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119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122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98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95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71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74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47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72989440"/>
                  </a:ext>
                </a:extLst>
              </a:tr>
              <a:tr h="486862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51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27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142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123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118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94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99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70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75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63899635"/>
                  </a:ext>
                </a:extLst>
              </a:tr>
              <a:tr h="486862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76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69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45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21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141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124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117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100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93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04999060"/>
                  </a:ext>
                </a:extLst>
              </a:tr>
              <a:tr h="486862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86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77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107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68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53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29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140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125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116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11159468"/>
                  </a:ext>
                </a:extLst>
              </a:tr>
              <a:tr h="486862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126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115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102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91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78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67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43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19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139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６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52701565"/>
                  </a:ext>
                </a:extLst>
              </a:tr>
              <a:tr h="486862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138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114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127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103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90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79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66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55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31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7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81852346"/>
                  </a:ext>
                </a:extLst>
              </a:tr>
              <a:tr h="486862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23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128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113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104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89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80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65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41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137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65212418"/>
                  </a:ext>
                </a:extLst>
              </a:tr>
              <a:tr h="486862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57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33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136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9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129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112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105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88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64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81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2890844"/>
                  </a:ext>
                </a:extLst>
              </a:tr>
              <a:tr h="486862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82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63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39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15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135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111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130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106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87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16296150"/>
                  </a:ext>
                </a:extLst>
              </a:tr>
              <a:tr h="486862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101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92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131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83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59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35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134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11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110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62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61970146"/>
                  </a:ext>
                </a:extLst>
              </a:tr>
              <a:tr h="486862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109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85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133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108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61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84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37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60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13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132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707890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616063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5EE900-FCD2-6787-91B6-9D8542606C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A62C5938-A00E-6B1B-D37B-988EA8F787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6025039"/>
              </p:ext>
            </p:extLst>
          </p:nvPr>
        </p:nvGraphicFramePr>
        <p:xfrm>
          <a:off x="1264204" y="392762"/>
          <a:ext cx="9131736" cy="57687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60978">
                  <a:extLst>
                    <a:ext uri="{9D8B030D-6E8A-4147-A177-3AD203B41FA5}">
                      <a16:colId xmlns:a16="http://schemas.microsoft.com/office/drawing/2014/main" val="2260319258"/>
                    </a:ext>
                  </a:extLst>
                </a:gridCol>
                <a:gridCol w="760978">
                  <a:extLst>
                    <a:ext uri="{9D8B030D-6E8A-4147-A177-3AD203B41FA5}">
                      <a16:colId xmlns:a16="http://schemas.microsoft.com/office/drawing/2014/main" val="3245358923"/>
                    </a:ext>
                  </a:extLst>
                </a:gridCol>
                <a:gridCol w="760978">
                  <a:extLst>
                    <a:ext uri="{9D8B030D-6E8A-4147-A177-3AD203B41FA5}">
                      <a16:colId xmlns:a16="http://schemas.microsoft.com/office/drawing/2014/main" val="2743648252"/>
                    </a:ext>
                  </a:extLst>
                </a:gridCol>
                <a:gridCol w="760978">
                  <a:extLst>
                    <a:ext uri="{9D8B030D-6E8A-4147-A177-3AD203B41FA5}">
                      <a16:colId xmlns:a16="http://schemas.microsoft.com/office/drawing/2014/main" val="946594630"/>
                    </a:ext>
                  </a:extLst>
                </a:gridCol>
                <a:gridCol w="760978">
                  <a:extLst>
                    <a:ext uri="{9D8B030D-6E8A-4147-A177-3AD203B41FA5}">
                      <a16:colId xmlns:a16="http://schemas.microsoft.com/office/drawing/2014/main" val="278194796"/>
                    </a:ext>
                  </a:extLst>
                </a:gridCol>
                <a:gridCol w="760978">
                  <a:extLst>
                    <a:ext uri="{9D8B030D-6E8A-4147-A177-3AD203B41FA5}">
                      <a16:colId xmlns:a16="http://schemas.microsoft.com/office/drawing/2014/main" val="1664934786"/>
                    </a:ext>
                  </a:extLst>
                </a:gridCol>
                <a:gridCol w="760978">
                  <a:extLst>
                    <a:ext uri="{9D8B030D-6E8A-4147-A177-3AD203B41FA5}">
                      <a16:colId xmlns:a16="http://schemas.microsoft.com/office/drawing/2014/main" val="551414778"/>
                    </a:ext>
                  </a:extLst>
                </a:gridCol>
                <a:gridCol w="760978">
                  <a:extLst>
                    <a:ext uri="{9D8B030D-6E8A-4147-A177-3AD203B41FA5}">
                      <a16:colId xmlns:a16="http://schemas.microsoft.com/office/drawing/2014/main" val="1975337149"/>
                    </a:ext>
                  </a:extLst>
                </a:gridCol>
                <a:gridCol w="760978">
                  <a:extLst>
                    <a:ext uri="{9D8B030D-6E8A-4147-A177-3AD203B41FA5}">
                      <a16:colId xmlns:a16="http://schemas.microsoft.com/office/drawing/2014/main" val="3804649854"/>
                    </a:ext>
                  </a:extLst>
                </a:gridCol>
                <a:gridCol w="760978">
                  <a:extLst>
                    <a:ext uri="{9D8B030D-6E8A-4147-A177-3AD203B41FA5}">
                      <a16:colId xmlns:a16="http://schemas.microsoft.com/office/drawing/2014/main" val="2211910984"/>
                    </a:ext>
                  </a:extLst>
                </a:gridCol>
                <a:gridCol w="760978">
                  <a:extLst>
                    <a:ext uri="{9D8B030D-6E8A-4147-A177-3AD203B41FA5}">
                      <a16:colId xmlns:a16="http://schemas.microsoft.com/office/drawing/2014/main" val="1680612657"/>
                    </a:ext>
                  </a:extLst>
                </a:gridCol>
                <a:gridCol w="760978">
                  <a:extLst>
                    <a:ext uri="{9D8B030D-6E8A-4147-A177-3AD203B41FA5}">
                      <a16:colId xmlns:a16="http://schemas.microsoft.com/office/drawing/2014/main" val="2941946874"/>
                    </a:ext>
                  </a:extLst>
                </a:gridCol>
              </a:tblGrid>
              <a:tr h="480725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61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141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29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51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131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19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130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64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144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14632665"/>
                  </a:ext>
                </a:extLst>
              </a:tr>
              <a:tr h="480725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45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77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109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35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67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99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66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98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80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112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45810441"/>
                  </a:ext>
                </a:extLst>
              </a:tr>
              <a:tr h="480725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125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13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93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115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83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114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82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128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96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68437741"/>
                  </a:ext>
                </a:extLst>
              </a:tr>
              <a:tr h="480725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136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138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59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139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27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53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133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21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62696860"/>
                  </a:ext>
                </a:extLst>
              </a:tr>
              <a:tr h="480725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72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104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74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106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43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75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107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37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69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101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7999120"/>
                  </a:ext>
                </a:extLst>
              </a:tr>
              <a:tr h="480725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120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88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122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90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123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11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91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117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５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85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51743190"/>
                  </a:ext>
                </a:extLst>
              </a:tr>
              <a:tr h="480725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60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140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134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55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135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23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57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137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25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15891095"/>
                  </a:ext>
                </a:extLst>
              </a:tr>
              <a:tr h="480725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76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108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70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102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39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71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103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41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73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105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72668614"/>
                  </a:ext>
                </a:extLst>
              </a:tr>
              <a:tr h="480725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124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92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118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６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86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119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7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87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121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9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89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52720151"/>
                  </a:ext>
                </a:extLst>
              </a:tr>
              <a:tr h="480725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49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129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17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143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63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31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62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142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132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19126230"/>
                  </a:ext>
                </a:extLst>
              </a:tr>
              <a:tr h="480725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33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65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97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29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111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78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110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68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100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92895082"/>
                  </a:ext>
                </a:extLst>
              </a:tr>
              <a:tr h="480725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113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81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127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15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95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126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94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116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84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321674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429337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E9A740-A694-F762-FB74-561E6A66AB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A278ABE8-B68E-8C4F-172F-E11A172314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1735823"/>
              </p:ext>
            </p:extLst>
          </p:nvPr>
        </p:nvGraphicFramePr>
        <p:xfrm>
          <a:off x="1258066" y="699608"/>
          <a:ext cx="9481524" cy="5443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90127">
                  <a:extLst>
                    <a:ext uri="{9D8B030D-6E8A-4147-A177-3AD203B41FA5}">
                      <a16:colId xmlns:a16="http://schemas.microsoft.com/office/drawing/2014/main" val="3692421245"/>
                    </a:ext>
                  </a:extLst>
                </a:gridCol>
                <a:gridCol w="790127">
                  <a:extLst>
                    <a:ext uri="{9D8B030D-6E8A-4147-A177-3AD203B41FA5}">
                      <a16:colId xmlns:a16="http://schemas.microsoft.com/office/drawing/2014/main" val="797982640"/>
                    </a:ext>
                  </a:extLst>
                </a:gridCol>
                <a:gridCol w="790127">
                  <a:extLst>
                    <a:ext uri="{9D8B030D-6E8A-4147-A177-3AD203B41FA5}">
                      <a16:colId xmlns:a16="http://schemas.microsoft.com/office/drawing/2014/main" val="193313562"/>
                    </a:ext>
                  </a:extLst>
                </a:gridCol>
                <a:gridCol w="790127">
                  <a:extLst>
                    <a:ext uri="{9D8B030D-6E8A-4147-A177-3AD203B41FA5}">
                      <a16:colId xmlns:a16="http://schemas.microsoft.com/office/drawing/2014/main" val="1041178225"/>
                    </a:ext>
                  </a:extLst>
                </a:gridCol>
                <a:gridCol w="790127">
                  <a:extLst>
                    <a:ext uri="{9D8B030D-6E8A-4147-A177-3AD203B41FA5}">
                      <a16:colId xmlns:a16="http://schemas.microsoft.com/office/drawing/2014/main" val="1678992557"/>
                    </a:ext>
                  </a:extLst>
                </a:gridCol>
                <a:gridCol w="790127">
                  <a:extLst>
                    <a:ext uri="{9D8B030D-6E8A-4147-A177-3AD203B41FA5}">
                      <a16:colId xmlns:a16="http://schemas.microsoft.com/office/drawing/2014/main" val="3128995711"/>
                    </a:ext>
                  </a:extLst>
                </a:gridCol>
                <a:gridCol w="790127">
                  <a:extLst>
                    <a:ext uri="{9D8B030D-6E8A-4147-A177-3AD203B41FA5}">
                      <a16:colId xmlns:a16="http://schemas.microsoft.com/office/drawing/2014/main" val="847119732"/>
                    </a:ext>
                  </a:extLst>
                </a:gridCol>
                <a:gridCol w="790127">
                  <a:extLst>
                    <a:ext uri="{9D8B030D-6E8A-4147-A177-3AD203B41FA5}">
                      <a16:colId xmlns:a16="http://schemas.microsoft.com/office/drawing/2014/main" val="3203026122"/>
                    </a:ext>
                  </a:extLst>
                </a:gridCol>
                <a:gridCol w="790127">
                  <a:extLst>
                    <a:ext uri="{9D8B030D-6E8A-4147-A177-3AD203B41FA5}">
                      <a16:colId xmlns:a16="http://schemas.microsoft.com/office/drawing/2014/main" val="1939176592"/>
                    </a:ext>
                  </a:extLst>
                </a:gridCol>
                <a:gridCol w="790127">
                  <a:extLst>
                    <a:ext uri="{9D8B030D-6E8A-4147-A177-3AD203B41FA5}">
                      <a16:colId xmlns:a16="http://schemas.microsoft.com/office/drawing/2014/main" val="1779628051"/>
                    </a:ext>
                  </a:extLst>
                </a:gridCol>
                <a:gridCol w="790127">
                  <a:extLst>
                    <a:ext uri="{9D8B030D-6E8A-4147-A177-3AD203B41FA5}">
                      <a16:colId xmlns:a16="http://schemas.microsoft.com/office/drawing/2014/main" val="2444003270"/>
                    </a:ext>
                  </a:extLst>
                </a:gridCol>
                <a:gridCol w="790127">
                  <a:extLst>
                    <a:ext uri="{9D8B030D-6E8A-4147-A177-3AD203B41FA5}">
                      <a16:colId xmlns:a16="http://schemas.microsoft.com/office/drawing/2014/main" val="1597982369"/>
                    </a:ext>
                  </a:extLst>
                </a:gridCol>
              </a:tblGrid>
              <a:tr h="453620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61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60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49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141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136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140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129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29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17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7718298"/>
                  </a:ext>
                </a:extLst>
              </a:tr>
              <a:tr h="453620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51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63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131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138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134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143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19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31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53162541"/>
                  </a:ext>
                </a:extLst>
              </a:tr>
              <a:tr h="453620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59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55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62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130.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139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135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142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27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23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9994560"/>
                  </a:ext>
                </a:extLst>
              </a:tr>
              <a:tr h="453620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64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53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57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144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133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137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132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21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25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65776518"/>
                  </a:ext>
                </a:extLst>
              </a:tr>
              <a:tr h="453620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45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33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77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72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76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65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109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104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108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97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89977023"/>
                  </a:ext>
                </a:extLst>
              </a:tr>
              <a:tr h="453620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35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47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67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74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70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79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99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106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102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111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06586449"/>
                  </a:ext>
                </a:extLst>
              </a:tr>
              <a:tr h="453620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43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39.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66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75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71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78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98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107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103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110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61365242"/>
                  </a:ext>
                </a:extLst>
              </a:tr>
              <a:tr h="453620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37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41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80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69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73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68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112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101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105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100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94203487"/>
                  </a:ext>
                </a:extLst>
              </a:tr>
              <a:tr h="453620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125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120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124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113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13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93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88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92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81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21389357"/>
                  </a:ext>
                </a:extLst>
              </a:tr>
              <a:tr h="453620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115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122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118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127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15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83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90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86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95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89277019"/>
                  </a:ext>
                </a:extLst>
              </a:tr>
              <a:tr h="453620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114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123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119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126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11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7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82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91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87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94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80440888"/>
                  </a:ext>
                </a:extLst>
              </a:tr>
              <a:tr h="453620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128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117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121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116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9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96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85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89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84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849221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972111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FEB437-F330-F685-594B-14912210BB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F7E7AB32-8856-96D8-0667-81AED50E12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4026025"/>
              </p:ext>
            </p:extLst>
          </p:nvPr>
        </p:nvGraphicFramePr>
        <p:xfrm>
          <a:off x="838200" y="559993"/>
          <a:ext cx="10515600" cy="573801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8400">
                  <a:extLst>
                    <a:ext uri="{9D8B030D-6E8A-4147-A177-3AD203B41FA5}">
                      <a16:colId xmlns:a16="http://schemas.microsoft.com/office/drawing/2014/main" val="3301688723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121057647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1768044210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1266033500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316189088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1145234992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1321713787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1799288280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739663951"/>
                    </a:ext>
                  </a:extLst>
                </a:gridCol>
              </a:tblGrid>
              <a:tr h="637557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31 （四4）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76 （四,）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13 （四）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36 （九）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81 （九）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18 （九）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29 (二4)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74 （二)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11 (二)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44942164"/>
                  </a:ext>
                </a:extLst>
              </a:tr>
              <a:tr h="637557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22 （四）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40 （四s）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58 （四,）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27 （九）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45 （九s）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63 （九）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20 (二)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38 (二s)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56 (二,)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53708598"/>
                  </a:ext>
                </a:extLst>
              </a:tr>
              <a:tr h="637557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67 （四8）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 （四）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49 （四6）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72 （九8）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9 （九）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54 （九6）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65 （二8)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 （二）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47 (二6）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90042849"/>
                  </a:ext>
                </a:extLst>
              </a:tr>
              <a:tr h="637557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30 (三4)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75 (三,)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12 (三）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32 (五4）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77 (五,）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14 （五）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34 (七4)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79 (七9)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16 (七)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34113384"/>
                  </a:ext>
                </a:extLst>
              </a:tr>
              <a:tr h="637557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21 (三)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39 (三s)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57 (三,)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23 (五3)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41 (五5)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59 (五,）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25 (七)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43 (七5)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61： (七,)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98377244"/>
                  </a:ext>
                </a:extLst>
              </a:tr>
              <a:tr h="637557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66 (三8）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 (三）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48 (三6）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68 （五8）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 （五）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50 （五6）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70 (七8)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7 (七1)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52 （七6）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7317147"/>
                  </a:ext>
                </a:extLst>
              </a:tr>
              <a:tr h="637557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35 (八)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80 （八）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17 (八）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28 (一4)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73 (一,)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10 (-)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33 (六4)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78 (六,)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15 (六）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60427699"/>
                  </a:ext>
                </a:extLst>
              </a:tr>
              <a:tr h="637557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26 (八)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44 (八5)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62 (八)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19 (一3)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37 (一s)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55 (一,)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24 (六)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42 (六5)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60 (六,)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46784087"/>
                  </a:ext>
                </a:extLst>
              </a:tr>
              <a:tr h="637557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71 (八8)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-8 (八)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53 (八6)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64 (一8)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 (一)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46 (一6)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69 （六8)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6 (六)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51 (六6)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677529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090350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F8B0F4-015E-A2D1-ED6C-B05AC9FC20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">
            <a:extLst>
              <a:ext uri="{FF2B5EF4-FFF2-40B4-BE49-F238E27FC236}">
                <a16:creationId xmlns:a16="http://schemas.microsoft.com/office/drawing/2014/main" id="{7F12E001-4C70-ED0B-4673-B0071C01579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2368847" y="275588"/>
            <a:ext cx="7370433" cy="6235864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9296132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445EB9-F8D5-E25B-55F7-7188537904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5A60B166-138B-C657-8B37-E3AA97E69E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1015756"/>
              </p:ext>
            </p:extLst>
          </p:nvPr>
        </p:nvGraphicFramePr>
        <p:xfrm>
          <a:off x="838202" y="730293"/>
          <a:ext cx="10515596" cy="56214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08892">
                  <a:extLst>
                    <a:ext uri="{9D8B030D-6E8A-4147-A177-3AD203B41FA5}">
                      <a16:colId xmlns:a16="http://schemas.microsoft.com/office/drawing/2014/main" val="3280096758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2234785425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4009856171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2174500377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3980968141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34178659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1422342828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1247378950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3995980870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1221389318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2425925700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829006548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3426786590"/>
                    </a:ext>
                  </a:extLst>
                </a:gridCol>
              </a:tblGrid>
              <a:tr h="495513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10²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10′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10’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10°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107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10°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10°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1010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10”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10²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53667723"/>
                  </a:ext>
                </a:extLst>
              </a:tr>
              <a:tr h="1571924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-2 酉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 19 -3 (午)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12 28 -4 (卯)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123 37 -5 (子)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1234 46 -6 (酉)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12345 55 -7 (午)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123456 64 -8 (卵)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1234567 73 -9 (子)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12345679 1 -1 (子)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123456790 10 -2 (酉)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1234567901 19 -3 (午)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12345679012 28 -4 (卵)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26009371"/>
                  </a:ext>
                </a:extLst>
              </a:tr>
              <a:tr h="1033718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1 42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15 19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152 33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1524 12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45214 46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152415 64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1524157 73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15241579 2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152415790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46637581"/>
                  </a:ext>
                </a:extLst>
              </a:tr>
              <a:tr h="1033718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1 71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18 66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188 13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1881 54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18816 61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188167 52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1881676 34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22792778"/>
                  </a:ext>
                </a:extLst>
              </a:tr>
              <a:tr h="495513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2 26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23 18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232 24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2323 4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23230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71123781"/>
                  </a:ext>
                </a:extLst>
              </a:tr>
              <a:tr h="495513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2 70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28 55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286 64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05145634"/>
                  </a:ext>
                </a:extLst>
              </a:tr>
              <a:tr h="495513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3 43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323256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384950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5E6017-A0EF-4949-57FA-51ED3FA25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08C547D5-BF2C-027C-AE6E-5F08C8A665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5980488"/>
              </p:ext>
            </p:extLst>
          </p:nvPr>
        </p:nvGraphicFramePr>
        <p:xfrm>
          <a:off x="838202" y="760978"/>
          <a:ext cx="10515596" cy="527774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08892">
                  <a:extLst>
                    <a:ext uri="{9D8B030D-6E8A-4147-A177-3AD203B41FA5}">
                      <a16:colId xmlns:a16="http://schemas.microsoft.com/office/drawing/2014/main" val="2697431184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2115985510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2474681990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844128630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318385744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2697241636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3960313422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1859752501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3741095867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2440986759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3627277035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3995878698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1978238924"/>
                    </a:ext>
                  </a:extLst>
                </a:gridCol>
              </a:tblGrid>
              <a:tr h="374676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(国K)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=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丫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37468863"/>
                  </a:ext>
                </a:extLst>
              </a:tr>
              <a:tr h="374676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09590041"/>
                  </a:ext>
                </a:extLst>
              </a:tr>
              <a:tr h="374676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#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22234039"/>
                  </a:ext>
                </a:extLst>
              </a:tr>
              <a:tr h="374676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+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59671356"/>
                  </a:ext>
                </a:extLst>
              </a:tr>
              <a:tr h="374676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九6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62394338"/>
                  </a:ext>
                </a:extLst>
              </a:tr>
              <a:tr h="374676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+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八253-B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52384236"/>
                  </a:ext>
                </a:extLst>
              </a:tr>
              <a:tr h="374676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4七12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93838958"/>
                  </a:ext>
                </a:extLst>
              </a:tr>
              <a:tr h="374676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六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4.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299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53777400"/>
                  </a:ext>
                </a:extLst>
              </a:tr>
              <a:tr h="374676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五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33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17%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23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37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24050285"/>
                  </a:ext>
                </a:extLst>
              </a:tr>
              <a:tr h="781634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四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1263|B16578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2603B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97848947"/>
                  </a:ext>
                </a:extLst>
              </a:tr>
              <a:tr h="374676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27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2514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262/4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34/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626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22315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1782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49771881"/>
                  </a:ext>
                </a:extLst>
              </a:tr>
              <a:tr h="374676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9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25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1001-g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214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413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69150002"/>
                  </a:ext>
                </a:extLst>
              </a:tr>
              <a:tr h="374676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8 9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960439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66553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050F4B-9355-4426-726E-DA87F05F8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">
            <a:extLst>
              <a:ext uri="{FF2B5EF4-FFF2-40B4-BE49-F238E27FC236}">
                <a16:creationId xmlns:a16="http://schemas.microsoft.com/office/drawing/2014/main" id="{0B8534B5-0BD7-86BD-DB8D-74A80653279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296617" y="283448"/>
            <a:ext cx="3657600" cy="6057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pic>
        <p:nvPicPr>
          <p:cNvPr id="3" name="Picture">
            <a:extLst>
              <a:ext uri="{FF2B5EF4-FFF2-40B4-BE49-F238E27FC236}">
                <a16:creationId xmlns:a16="http://schemas.microsoft.com/office/drawing/2014/main" id="{85DD410A-985D-88E9-B75F-2BB09C983660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 bwMode="auto">
          <a:xfrm>
            <a:off x="4111732" y="85917"/>
            <a:ext cx="7603634" cy="6652413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3949610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006BA8-5C46-6790-0BFE-D23A22586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F531843C-D85E-FFBD-AB45-820EF93F6A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1656868"/>
              </p:ext>
            </p:extLst>
          </p:nvPr>
        </p:nvGraphicFramePr>
        <p:xfrm>
          <a:off x="838200" y="1080097"/>
          <a:ext cx="10515600" cy="48727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8400">
                  <a:extLst>
                    <a:ext uri="{9D8B030D-6E8A-4147-A177-3AD203B41FA5}">
                      <a16:colId xmlns:a16="http://schemas.microsoft.com/office/drawing/2014/main" val="3386632571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2055278401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249817030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1414446915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2284444490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3848705260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200942574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2301687990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2850922343"/>
                    </a:ext>
                  </a:extLst>
                </a:gridCol>
              </a:tblGrid>
              <a:tr h="609089">
                <a:tc rowSpan="7"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A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１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２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５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６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7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9089156"/>
                  </a:ext>
                </a:extLst>
              </a:tr>
              <a:tr h="609089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２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５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7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64151965"/>
                  </a:ext>
                </a:extLst>
              </a:tr>
              <a:tr h="609089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9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9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14453829"/>
                  </a:ext>
                </a:extLst>
              </a:tr>
              <a:tr h="609089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３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7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６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５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42039312"/>
                  </a:ext>
                </a:extLst>
              </a:tr>
              <a:tr h="609089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7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15903210"/>
                  </a:ext>
                </a:extLst>
              </a:tr>
              <a:tr h="609089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６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9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６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9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６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93064759"/>
                  </a:ext>
                </a:extLst>
              </a:tr>
              <a:tr h="609089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7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５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１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６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28189392"/>
                  </a:ext>
                </a:extLst>
              </a:tr>
              <a:tr h="609089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７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６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５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４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３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２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１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Ｂ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294000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429598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72C13E-1A32-2849-4D5F-F188D06B14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">
            <a:extLst>
              <a:ext uri="{FF2B5EF4-FFF2-40B4-BE49-F238E27FC236}">
                <a16:creationId xmlns:a16="http://schemas.microsoft.com/office/drawing/2014/main" id="{82771BB4-DF48-BD17-0BF2-A13CF8D63E9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425492" y="541613"/>
            <a:ext cx="5486400" cy="1552575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pic>
        <p:nvPicPr>
          <p:cNvPr id="3" name="Picture">
            <a:extLst>
              <a:ext uri="{FF2B5EF4-FFF2-40B4-BE49-F238E27FC236}">
                <a16:creationId xmlns:a16="http://schemas.microsoft.com/office/drawing/2014/main" id="{2D7EE220-4A50-0148-74A3-333BA1497092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 bwMode="auto">
          <a:xfrm>
            <a:off x="425492" y="2609754"/>
            <a:ext cx="5486400" cy="1552575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pic>
        <p:nvPicPr>
          <p:cNvPr id="4" name="Picture">
            <a:extLst>
              <a:ext uri="{FF2B5EF4-FFF2-40B4-BE49-F238E27FC236}">
                <a16:creationId xmlns:a16="http://schemas.microsoft.com/office/drawing/2014/main" id="{00345027-7CF5-09AD-6761-26B8CD2B7771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 bwMode="auto">
          <a:xfrm>
            <a:off x="425492" y="4769527"/>
            <a:ext cx="5486400" cy="154686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pic>
        <p:nvPicPr>
          <p:cNvPr id="5" name="Picture">
            <a:extLst>
              <a:ext uri="{FF2B5EF4-FFF2-40B4-BE49-F238E27FC236}">
                <a16:creationId xmlns:a16="http://schemas.microsoft.com/office/drawing/2014/main" id="{AD7189BF-0193-4F50-23FC-FF44334E0352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 bwMode="auto">
          <a:xfrm>
            <a:off x="6408982" y="656549"/>
            <a:ext cx="5486400" cy="143764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841050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027513-01FC-F62B-E76F-F36116A2F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1D2FDAFD-1C51-CB54-B9B5-47F7AB794A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1361373"/>
              </p:ext>
            </p:extLst>
          </p:nvPr>
        </p:nvGraphicFramePr>
        <p:xfrm>
          <a:off x="838200" y="233204"/>
          <a:ext cx="10515600" cy="603258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76300">
                  <a:extLst>
                    <a:ext uri="{9D8B030D-6E8A-4147-A177-3AD203B41FA5}">
                      <a16:colId xmlns:a16="http://schemas.microsoft.com/office/drawing/2014/main" val="518267561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695466926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712045890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3116551919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472253508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897680232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516327419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258517480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4251766702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3635363210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295665706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686100204"/>
                    </a:ext>
                  </a:extLst>
                </a:gridCol>
              </a:tblGrid>
              <a:tr h="548417">
                <a:tc rowSpan="11"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赤标： 1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１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19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37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55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64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73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36228182"/>
                  </a:ext>
                </a:extLst>
              </a:tr>
              <a:tr h="54841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１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１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19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37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55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64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73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9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94434456"/>
                  </a:ext>
                </a:extLst>
              </a:tr>
              <a:tr h="54841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100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190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280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370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460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550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640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730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90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95059729"/>
                  </a:ext>
                </a:extLst>
              </a:tr>
              <a:tr h="54841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19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19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190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361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532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703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874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1045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1216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1387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171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16646280"/>
                  </a:ext>
                </a:extLst>
              </a:tr>
              <a:tr h="54841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280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532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784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1036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1288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1540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1792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2044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252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06874112"/>
                  </a:ext>
                </a:extLst>
              </a:tr>
              <a:tr h="54841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37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37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370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703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1036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1369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1702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2035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2368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2701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333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21152019"/>
                  </a:ext>
                </a:extLst>
              </a:tr>
              <a:tr h="54841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460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874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1288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1702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2116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2530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2944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3358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414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1585933"/>
                  </a:ext>
                </a:extLst>
              </a:tr>
              <a:tr h="54841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55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55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550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1045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1540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2035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2530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3025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3520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4015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495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74700119"/>
                  </a:ext>
                </a:extLst>
              </a:tr>
              <a:tr h="54841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64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64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640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1216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1792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2368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2444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3520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4096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4672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576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84135943"/>
                  </a:ext>
                </a:extLst>
              </a:tr>
              <a:tr h="54841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73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73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730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1387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2044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2701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3358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4015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4672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5329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657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84181694"/>
                  </a:ext>
                </a:extLst>
              </a:tr>
              <a:tr h="54841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进位数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9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90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171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252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333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414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495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576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657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014439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255541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441DC4-B498-ADCF-A163-5F6EA7AE3F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02716D34-3766-E1DA-5897-6FEACE56F9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5789620"/>
              </p:ext>
            </p:extLst>
          </p:nvPr>
        </p:nvGraphicFramePr>
        <p:xfrm>
          <a:off x="838200" y="447996"/>
          <a:ext cx="10515600" cy="572574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76300">
                  <a:extLst>
                    <a:ext uri="{9D8B030D-6E8A-4147-A177-3AD203B41FA5}">
                      <a16:colId xmlns:a16="http://schemas.microsoft.com/office/drawing/2014/main" val="4129454423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1277783845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3631948195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620547523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3710975142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809465569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432830659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1599970956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740642445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954709334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792208685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1881136789"/>
                    </a:ext>
                  </a:extLst>
                </a:gridCol>
              </a:tblGrid>
              <a:tr h="520522">
                <a:tc rowSpan="8"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13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31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49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67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76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85067228"/>
                  </a:ext>
                </a:extLst>
              </a:tr>
              <a:tr h="52052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88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124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160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196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232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268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304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89003910"/>
                  </a:ext>
                </a:extLst>
              </a:tr>
              <a:tr h="52052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13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169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286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403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520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637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754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871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988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117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69426566"/>
                  </a:ext>
                </a:extLst>
              </a:tr>
              <a:tr h="52052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88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286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404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682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880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1078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1276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1474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1672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198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09668684"/>
                  </a:ext>
                </a:extLst>
              </a:tr>
              <a:tr h="52052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31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124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403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682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961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1240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1519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1798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2077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2356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279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86030201"/>
                  </a:ext>
                </a:extLst>
              </a:tr>
              <a:tr h="52052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160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520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880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1240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1600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1960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2320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2680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3040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360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54627653"/>
                  </a:ext>
                </a:extLst>
              </a:tr>
              <a:tr h="52052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49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196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637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1078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1519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1960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2401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2842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3283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3724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441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85449529"/>
                  </a:ext>
                </a:extLst>
              </a:tr>
              <a:tr h="52052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232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754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1276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1798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2320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2842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3364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3886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4408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522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08924147"/>
                  </a:ext>
                </a:extLst>
              </a:tr>
              <a:tr h="520522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67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268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871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1474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2077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2680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3283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3886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4489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5092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603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20845206"/>
                  </a:ext>
                </a:extLst>
              </a:tr>
              <a:tr h="520522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76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304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988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1672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2356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3040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3724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4408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5092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5776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684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12992746"/>
                  </a:ext>
                </a:extLst>
              </a:tr>
              <a:tr h="520522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进位数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117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198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279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360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441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522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603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684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630468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442250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EDD87E-4023-A9CB-B7D8-5B76691490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2F9033E8-3EA6-C36D-AEE0-8EF3304FD3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8758672"/>
              </p:ext>
            </p:extLst>
          </p:nvPr>
        </p:nvGraphicFramePr>
        <p:xfrm>
          <a:off x="838200" y="540049"/>
          <a:ext cx="10515600" cy="57073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76300">
                  <a:extLst>
                    <a:ext uri="{9D8B030D-6E8A-4147-A177-3AD203B41FA5}">
                      <a16:colId xmlns:a16="http://schemas.microsoft.com/office/drawing/2014/main" val="3231546471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131464467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876504652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4049895524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1068321908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555245199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1426188592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275976972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530441088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395537621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934911941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624532487"/>
                    </a:ext>
                  </a:extLst>
                </a:gridCol>
              </a:tblGrid>
              <a:tr h="518848">
                <a:tc rowSpan="8"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7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25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43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61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70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79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51832888"/>
                  </a:ext>
                </a:extLst>
              </a:tr>
              <a:tr h="51884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７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49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112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175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238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301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364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427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490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553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63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63019186"/>
                  </a:ext>
                </a:extLst>
              </a:tr>
              <a:tr h="51884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112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256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400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544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688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832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976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1120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1264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144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16057297"/>
                  </a:ext>
                </a:extLst>
              </a:tr>
              <a:tr h="51884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25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175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400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625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850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1075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1300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1525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1750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1975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225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33884855"/>
                  </a:ext>
                </a:extLst>
              </a:tr>
              <a:tr h="51884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238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544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850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1156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1462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1768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2074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2380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2686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306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15854662"/>
                  </a:ext>
                </a:extLst>
              </a:tr>
              <a:tr h="51884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43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301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688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1075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1462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1849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2236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2623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3010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3397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387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88951567"/>
                  </a:ext>
                </a:extLst>
              </a:tr>
              <a:tr h="51884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364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832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1300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1768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2236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2704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3172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3640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4108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468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95618242"/>
                  </a:ext>
                </a:extLst>
              </a:tr>
              <a:tr h="51884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61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427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976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1525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2074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2623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3172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3721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4270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4819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549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92158518"/>
                  </a:ext>
                </a:extLst>
              </a:tr>
              <a:tr h="518848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70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490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1120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1750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2380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3010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3640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4270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4900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5530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630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07566403"/>
                  </a:ext>
                </a:extLst>
              </a:tr>
              <a:tr h="518848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79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553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1264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1975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2686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3397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4108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4819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5530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6241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711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15439560"/>
                  </a:ext>
                </a:extLst>
              </a:tr>
              <a:tr h="518848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进位数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63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144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225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306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387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468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549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630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711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146384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80044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14D955-AD0F-7769-2829-3388CBF221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05717123-8C30-AA71-0A8A-CEC5C4B1AA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4982442"/>
              </p:ext>
            </p:extLst>
          </p:nvPr>
        </p:nvGraphicFramePr>
        <p:xfrm>
          <a:off x="838200" y="662788"/>
          <a:ext cx="10515600" cy="553549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76300">
                  <a:extLst>
                    <a:ext uri="{9D8B030D-6E8A-4147-A177-3AD203B41FA5}">
                      <a16:colId xmlns:a16="http://schemas.microsoft.com/office/drawing/2014/main" val="3531303504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1099798417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4125496278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3782903373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3967020975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991950135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995965037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597133700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3633069614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4083118627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645085831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3452713840"/>
                    </a:ext>
                  </a:extLst>
                </a:gridCol>
              </a:tblGrid>
              <a:tr h="503227">
                <a:tc rowSpan="11"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黄标： 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２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11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29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47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65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74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47586426"/>
                  </a:ext>
                </a:extLst>
              </a:tr>
              <a:tr h="50322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２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76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94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112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130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148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60242315"/>
                  </a:ext>
                </a:extLst>
              </a:tr>
              <a:tr h="50322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11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121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220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319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418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517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616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715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814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99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30478578"/>
                  </a:ext>
                </a:extLst>
              </a:tr>
              <a:tr h="50322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220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400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580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760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940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1120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1300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1480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180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08667663"/>
                  </a:ext>
                </a:extLst>
              </a:tr>
              <a:tr h="50322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29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319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580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841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1102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1363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1624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1885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2146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261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20436505"/>
                  </a:ext>
                </a:extLst>
              </a:tr>
              <a:tr h="50322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76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418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760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1102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1444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1786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2128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2470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2812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342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73485149"/>
                  </a:ext>
                </a:extLst>
              </a:tr>
              <a:tr h="50322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47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94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517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940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1363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1786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2209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2632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3055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3478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423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89166563"/>
                  </a:ext>
                </a:extLst>
              </a:tr>
              <a:tr h="50322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112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616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1120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1624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2128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2632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3136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3640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4144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504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40748482"/>
                  </a:ext>
                </a:extLst>
              </a:tr>
              <a:tr h="50322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65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130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715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1300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1885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2470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3055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3640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4225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4810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585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6987435"/>
                  </a:ext>
                </a:extLst>
              </a:tr>
              <a:tr h="50322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74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148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814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1480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2146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2812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3478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4144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4810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5476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666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87771961"/>
                  </a:ext>
                </a:extLst>
              </a:tr>
              <a:tr h="50322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进位数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99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180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261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342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423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504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585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666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736892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018734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863138-2556-2116-D714-67C11664C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76A04F31-6997-E311-2102-2D8FB09BAE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0628961"/>
              </p:ext>
            </p:extLst>
          </p:nvPr>
        </p:nvGraphicFramePr>
        <p:xfrm>
          <a:off x="838200" y="662787"/>
          <a:ext cx="10515600" cy="536366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76300">
                  <a:extLst>
                    <a:ext uri="{9D8B030D-6E8A-4147-A177-3AD203B41FA5}">
                      <a16:colId xmlns:a16="http://schemas.microsoft.com/office/drawing/2014/main" val="3483897759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387924797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3578188284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93481710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3464504065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403631350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3791659808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1096005650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925620535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484245681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678879643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3952123538"/>
                    </a:ext>
                  </a:extLst>
                </a:gridCol>
              </a:tblGrid>
              <a:tr h="487606">
                <a:tc rowSpan="11"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５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５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23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41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59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68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77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6962799"/>
                  </a:ext>
                </a:extLst>
              </a:tr>
              <a:tr h="48760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25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70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115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160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205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250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295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340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385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45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72689356"/>
                  </a:ext>
                </a:extLst>
              </a:tr>
              <a:tr h="48760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70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196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322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448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574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700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826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952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1078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126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22419067"/>
                  </a:ext>
                </a:extLst>
              </a:tr>
              <a:tr h="48760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23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115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322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529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736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943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1150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1357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1564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1771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207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22331280"/>
                  </a:ext>
                </a:extLst>
              </a:tr>
              <a:tr h="48760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160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448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736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1024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1312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1600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1888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2176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2464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288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61425980"/>
                  </a:ext>
                </a:extLst>
              </a:tr>
              <a:tr h="48760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41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205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574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943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1312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1681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2050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2419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2788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3157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369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12736564"/>
                  </a:ext>
                </a:extLst>
              </a:tr>
              <a:tr h="48760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250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700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1150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1600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2050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2500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2950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3400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3850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450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5928342"/>
                  </a:ext>
                </a:extLst>
              </a:tr>
              <a:tr h="48760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59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295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826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1357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1888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2419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2950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3481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4012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4543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531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95436675"/>
                  </a:ext>
                </a:extLst>
              </a:tr>
              <a:tr h="48760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68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340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952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1564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2176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2788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3400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4012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4624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5236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612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10149784"/>
                  </a:ext>
                </a:extLst>
              </a:tr>
              <a:tr h="48760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77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385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1078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1771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2464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3157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3850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4543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5236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5929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693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8399916"/>
                  </a:ext>
                </a:extLst>
              </a:tr>
              <a:tr h="48760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进位数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45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126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207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288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369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450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531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612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693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469629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4745501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DEB8B0-4C40-1A18-6AAC-ED79730F2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C3E7C54E-B8C7-8F0E-67A0-E2794EA499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5760586"/>
              </p:ext>
            </p:extLst>
          </p:nvPr>
        </p:nvGraphicFramePr>
        <p:xfrm>
          <a:off x="838200" y="601418"/>
          <a:ext cx="10515600" cy="540048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76300">
                  <a:extLst>
                    <a:ext uri="{9D8B030D-6E8A-4147-A177-3AD203B41FA5}">
                      <a16:colId xmlns:a16="http://schemas.microsoft.com/office/drawing/2014/main" val="2660892282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1341963267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1890621386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4056820103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454443203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050990965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3711404027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3270828023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065330203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3271166304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1173575608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287857517"/>
                    </a:ext>
                  </a:extLst>
                </a:gridCol>
              </a:tblGrid>
              <a:tr h="490953">
                <a:tc rowSpan="11"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17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35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53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62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71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80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76312854"/>
                  </a:ext>
                </a:extLst>
              </a:tr>
              <a:tr h="49095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64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136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208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280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352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424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496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568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640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72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89432602"/>
                  </a:ext>
                </a:extLst>
              </a:tr>
              <a:tr h="49095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17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136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289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442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595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748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901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1054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1207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1360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153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94305900"/>
                  </a:ext>
                </a:extLst>
              </a:tr>
              <a:tr h="49095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208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442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676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910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1144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1378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1612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1846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2080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234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80985119"/>
                  </a:ext>
                </a:extLst>
              </a:tr>
              <a:tr h="49095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35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280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595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910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1225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1540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1855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2170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2485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2800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315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80720239"/>
                  </a:ext>
                </a:extLst>
              </a:tr>
              <a:tr h="49095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352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748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1144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1540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1936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2332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2728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3124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3520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396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24672986"/>
                  </a:ext>
                </a:extLst>
              </a:tr>
              <a:tr h="49095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53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424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901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1378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1855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2332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2809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3286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3763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4240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477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63275050"/>
                  </a:ext>
                </a:extLst>
              </a:tr>
              <a:tr h="49095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62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496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1054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1612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2170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2728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3286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3844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4402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4960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558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28705772"/>
                  </a:ext>
                </a:extLst>
              </a:tr>
              <a:tr h="49095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71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568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1207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1846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2485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3124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3763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4402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5041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5680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639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96485913"/>
                  </a:ext>
                </a:extLst>
              </a:tr>
              <a:tr h="49095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80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640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1360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2080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2800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3520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4240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4960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5680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6400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720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46758226"/>
                  </a:ext>
                </a:extLst>
              </a:tr>
              <a:tr h="49095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进位数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72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153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234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315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396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477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558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639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720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093634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96703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97603-59ED-A27F-9A75-3D48DAC7A8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245C14C3-DF9B-389D-9CA7-8DB1FBDDAD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6737465"/>
              </p:ext>
            </p:extLst>
          </p:nvPr>
        </p:nvGraphicFramePr>
        <p:xfrm>
          <a:off x="838200" y="883715"/>
          <a:ext cx="10515600" cy="508136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76300">
                  <a:extLst>
                    <a:ext uri="{9D8B030D-6E8A-4147-A177-3AD203B41FA5}">
                      <a16:colId xmlns:a16="http://schemas.microsoft.com/office/drawing/2014/main" val="2675692799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781401154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556597712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3986759170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1894197807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1982033102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539828703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46197146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131811133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3653620801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539251626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1709080904"/>
                    </a:ext>
                  </a:extLst>
                </a:gridCol>
              </a:tblGrid>
              <a:tr h="461942">
                <a:tc rowSpan="11"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白标： 3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３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21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39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57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66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75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78581371"/>
                  </a:ext>
                </a:extLst>
              </a:tr>
              <a:tr h="46194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63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90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117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144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171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198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225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27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17651934"/>
                  </a:ext>
                </a:extLst>
              </a:tr>
              <a:tr h="46194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144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252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360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468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576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684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792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900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108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55609350"/>
                  </a:ext>
                </a:extLst>
              </a:tr>
              <a:tr h="46194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21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63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252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441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630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819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1008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1197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1386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1575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189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15186052"/>
                  </a:ext>
                </a:extLst>
              </a:tr>
              <a:tr h="46194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90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360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630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900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1170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1440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1710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1980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2250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270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22355337"/>
                  </a:ext>
                </a:extLst>
              </a:tr>
              <a:tr h="46194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39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117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468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819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1170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1521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1872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2223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2574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2925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351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22445041"/>
                  </a:ext>
                </a:extLst>
              </a:tr>
              <a:tr h="46194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144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576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1008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1440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1872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2304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2736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3168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3600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432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20768125"/>
                  </a:ext>
                </a:extLst>
              </a:tr>
              <a:tr h="46194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57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171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684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1197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1710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2223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2736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3249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3762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4275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513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47587599"/>
                  </a:ext>
                </a:extLst>
              </a:tr>
              <a:tr h="46194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66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198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792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1386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1980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2574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3168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3762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4356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4950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594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36972149"/>
                  </a:ext>
                </a:extLst>
              </a:tr>
              <a:tr h="46194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75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225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900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1575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2250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2925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3600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4275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4950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5625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675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37456092"/>
                  </a:ext>
                </a:extLst>
              </a:tr>
              <a:tr h="46194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进位数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27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108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189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270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351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432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513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594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675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65951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8789877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CCB4DF-B174-D35E-3EE4-17A388431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67C124D8-6DA4-B2C1-3AF6-2A4ADD3E52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515138"/>
              </p:ext>
            </p:extLst>
          </p:nvPr>
        </p:nvGraphicFramePr>
        <p:xfrm>
          <a:off x="838200" y="865305"/>
          <a:ext cx="10515600" cy="50997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76300">
                  <a:extLst>
                    <a:ext uri="{9D8B030D-6E8A-4147-A177-3AD203B41FA5}">
                      <a16:colId xmlns:a16="http://schemas.microsoft.com/office/drawing/2014/main" val="1615383561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568117630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1035640364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434746547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3063623193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401017829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957615885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100563457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3320495938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734818930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864005323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1557068220"/>
                    </a:ext>
                  </a:extLst>
                </a:gridCol>
              </a:tblGrid>
              <a:tr h="463616">
                <a:tc rowSpan="11"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６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15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33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51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60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69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78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65215452"/>
                  </a:ext>
                </a:extLst>
              </a:tr>
              <a:tr h="46361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６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90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144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198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252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306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360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414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468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95162874"/>
                  </a:ext>
                </a:extLst>
              </a:tr>
              <a:tr h="46361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15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90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225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360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495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630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765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900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1035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1170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135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71765742"/>
                  </a:ext>
                </a:extLst>
              </a:tr>
              <a:tr h="46361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144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360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576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792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1008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1224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1440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1656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1872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216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50903034"/>
                  </a:ext>
                </a:extLst>
              </a:tr>
              <a:tr h="46361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33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198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495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792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1089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1386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1683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1980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2277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2574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297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45959494"/>
                  </a:ext>
                </a:extLst>
              </a:tr>
              <a:tr h="46361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252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630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1008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1386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1764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2142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2520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2898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3276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378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25041711"/>
                  </a:ext>
                </a:extLst>
              </a:tr>
              <a:tr h="46361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51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306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765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1224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1683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2142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2601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3060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3519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3978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459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23177786"/>
                  </a:ext>
                </a:extLst>
              </a:tr>
              <a:tr h="46361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60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360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900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1440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1980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2520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3060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3600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4140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4680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540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10229850"/>
                  </a:ext>
                </a:extLst>
              </a:tr>
              <a:tr h="46361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69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414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1035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1656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2277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2898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3519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4140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4761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5382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621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66082148"/>
                  </a:ext>
                </a:extLst>
              </a:tr>
              <a:tr h="46361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78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468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1170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1872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2574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3276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3978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4680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5382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6084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702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06061240"/>
                  </a:ext>
                </a:extLst>
              </a:tr>
              <a:tr h="46361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进位数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135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216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297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378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459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540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621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702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351372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183608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CF8C7A-8A18-11B3-532E-78730D639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38291665-3657-A8B8-3354-2BE944EE29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6913415"/>
              </p:ext>
            </p:extLst>
          </p:nvPr>
        </p:nvGraphicFramePr>
        <p:xfrm>
          <a:off x="838200" y="521638"/>
          <a:ext cx="10515600" cy="557231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76300">
                  <a:extLst>
                    <a:ext uri="{9D8B030D-6E8A-4147-A177-3AD203B41FA5}">
                      <a16:colId xmlns:a16="http://schemas.microsoft.com/office/drawing/2014/main" val="268027431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162268696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3852087462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150118361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1694877704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3665533821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1943751530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3633108142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425875214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1005887357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599061021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33496403"/>
                    </a:ext>
                  </a:extLst>
                </a:gridCol>
              </a:tblGrid>
              <a:tr h="506574">
                <a:tc rowSpan="11"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9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9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27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45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63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72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81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08358632"/>
                  </a:ext>
                </a:extLst>
              </a:tr>
              <a:tr h="506574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9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81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162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243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324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405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486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567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648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729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81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39667518"/>
                  </a:ext>
                </a:extLst>
              </a:tr>
              <a:tr h="506574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162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324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486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648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810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972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1134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1296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1458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162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62506735"/>
                  </a:ext>
                </a:extLst>
              </a:tr>
              <a:tr h="506574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27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243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486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729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972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1215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1458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1701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1944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2187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243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91019072"/>
                  </a:ext>
                </a:extLst>
              </a:tr>
              <a:tr h="506574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324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648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972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1296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1620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1944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2268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2592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2916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324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07094470"/>
                  </a:ext>
                </a:extLst>
              </a:tr>
              <a:tr h="506574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45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405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810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1215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1620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2025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2430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2835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3240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3645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405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15450818"/>
                  </a:ext>
                </a:extLst>
              </a:tr>
              <a:tr h="506574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486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972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1458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1944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2430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2916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3402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3888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4374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486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1818988"/>
                  </a:ext>
                </a:extLst>
              </a:tr>
              <a:tr h="506574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63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567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1134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1701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2268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2835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3402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3969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4536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5103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567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37884636"/>
                  </a:ext>
                </a:extLst>
              </a:tr>
              <a:tr h="506574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72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648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1296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1944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2592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3240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3888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4536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5184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5832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648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96011853"/>
                  </a:ext>
                </a:extLst>
              </a:tr>
              <a:tr h="506574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81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729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1458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2187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2916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3645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4374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5103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5832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6561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729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18028627"/>
                  </a:ext>
                </a:extLst>
              </a:tr>
              <a:tr h="506574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进位数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81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162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243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324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405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486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567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648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729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zh-CN" sz="1200">
                        <a:effectLst/>
                        <a:latin typeface="Aptos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498215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8552866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A231D4-0D85-FA01-C103-990F7C7877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">
            <a:extLst>
              <a:ext uri="{FF2B5EF4-FFF2-40B4-BE49-F238E27FC236}">
                <a16:creationId xmlns:a16="http://schemas.microsoft.com/office/drawing/2014/main" id="{C0D396E2-65AC-D954-0CC3-47B27B34239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2019044" y="650158"/>
            <a:ext cx="8027082" cy="5471236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06315086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974F7F-8114-CEF9-605E-8319C1E668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">
            <a:extLst>
              <a:ext uri="{FF2B5EF4-FFF2-40B4-BE49-F238E27FC236}">
                <a16:creationId xmlns:a16="http://schemas.microsoft.com/office/drawing/2014/main" id="{349883C5-0855-B836-8CAB-DE3FCE9052C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2509997" y="103641"/>
            <a:ext cx="6560360" cy="6650717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28690355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3A0DAE-0F00-E9BC-3A52-EB4A1F346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E46BD540-95FC-0F81-66B7-A3C6C4053186}"/>
              </a:ext>
            </a:extLst>
          </p:cNvPr>
          <p:cNvSpPr txBox="1"/>
          <p:nvPr/>
        </p:nvSpPr>
        <p:spPr>
          <a:xfrm>
            <a:off x="1305628" y="403523"/>
            <a:ext cx="3567081" cy="3304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zh-CN" altLang="zh-CN" sz="1800">
                <a:effectLst/>
                <a:latin typeface="Aptos"/>
                <a:ea typeface="等线" panose="02010600030101010101" pitchFamily="2" charset="-122"/>
                <a:cs typeface="Times New Roman" panose="02020603050405020304" pitchFamily="18" charset="0"/>
              </a:rPr>
              <a:t>二、</a:t>
            </a:r>
            <a:r>
              <a:rPr lang="en-US" altLang="zh-CN" sz="1800">
                <a:effectLst/>
                <a:latin typeface="Aptos"/>
                <a:ea typeface="等线" panose="02010600030101010101" pitchFamily="2" charset="-122"/>
                <a:cs typeface="Times New Roman" panose="02020603050405020304" pitchFamily="18" charset="0"/>
              </a:rPr>
              <a:t>1 1 1 2 2 2 3 3 3 4 4 4</a:t>
            </a:r>
            <a:br>
              <a:rPr lang="en-US" altLang="zh-CN" sz="1800">
                <a:effectLst/>
                <a:latin typeface="Aptos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zh-CN" altLang="zh-CN" sz="1800">
                <a:effectLst/>
                <a:latin typeface="Aptos"/>
                <a:ea typeface="等线" panose="02010600030101010101" pitchFamily="2" charset="-122"/>
                <a:cs typeface="Times New Roman" panose="02020603050405020304" pitchFamily="18" charset="0"/>
              </a:rPr>
              <a:t>三、</a:t>
            </a:r>
            <a:r>
              <a:rPr lang="en-US" altLang="zh-CN" sz="1800">
                <a:effectLst/>
                <a:latin typeface="Aptos"/>
                <a:ea typeface="等线" panose="02010600030101010101" pitchFamily="2" charset="-122"/>
                <a:cs typeface="Times New Roman" panose="02020603050405020304" pitchFamily="18" charset="0"/>
              </a:rPr>
              <a:t>1 1 2 2 3 3 4 4 5 5 6 6</a:t>
            </a:r>
            <a:br>
              <a:rPr lang="en-US" altLang="zh-CN" sz="1800">
                <a:effectLst/>
                <a:latin typeface="Aptos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zh-CN" altLang="zh-CN" sz="1800">
                <a:effectLst/>
                <a:latin typeface="Aptos"/>
                <a:ea typeface="等线" panose="02010600030101010101" pitchFamily="2" charset="-122"/>
                <a:cs typeface="Times New Roman" panose="02020603050405020304" pitchFamily="18" charset="0"/>
              </a:rPr>
              <a:t>四、</a:t>
            </a:r>
            <a:r>
              <a:rPr lang="en-US" altLang="zh-CN" sz="1800">
                <a:effectLst/>
                <a:latin typeface="Aptos"/>
                <a:ea typeface="等线" panose="02010600030101010101" pitchFamily="2" charset="-122"/>
                <a:cs typeface="Times New Roman" panose="02020603050405020304" pitchFamily="18" charset="0"/>
              </a:rPr>
              <a:t>1 2 2 3 4 4 5 5 6 7 7 8</a:t>
            </a:r>
            <a:br>
              <a:rPr lang="en-US" altLang="zh-CN" sz="1800">
                <a:effectLst/>
                <a:latin typeface="Aptos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zh-CN" altLang="zh-CN" sz="1800">
                <a:effectLst/>
                <a:latin typeface="Aptos"/>
                <a:ea typeface="等线" panose="02010600030101010101" pitchFamily="2" charset="-122"/>
                <a:cs typeface="Times New Roman" panose="02020603050405020304" pitchFamily="18" charset="0"/>
              </a:rPr>
              <a:t>五、</a:t>
            </a:r>
            <a:r>
              <a:rPr lang="en-US" altLang="zh-CN" sz="1800">
                <a:effectLst/>
                <a:latin typeface="Aptos"/>
                <a:ea typeface="等线" panose="02010600030101010101" pitchFamily="2" charset="-122"/>
                <a:cs typeface="Times New Roman" panose="02020603050405020304" pitchFamily="18" charset="0"/>
              </a:rPr>
              <a:t>1 2 3 3 4 5 5 6 7 7 8 9</a:t>
            </a:r>
            <a:br>
              <a:rPr lang="en-US" altLang="zh-CN" sz="1800">
                <a:effectLst/>
                <a:latin typeface="Aptos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zh-CN" altLang="zh-CN" sz="1800">
                <a:effectLst/>
                <a:latin typeface="Aptos"/>
                <a:ea typeface="等线" panose="02010600030101010101" pitchFamily="2" charset="-122"/>
                <a:cs typeface="Times New Roman" panose="02020603050405020304" pitchFamily="18" charset="0"/>
              </a:rPr>
              <a:t>六、</a:t>
            </a:r>
            <a:r>
              <a:rPr lang="en-US" altLang="zh-CN" sz="1800">
                <a:effectLst/>
                <a:latin typeface="Aptos"/>
                <a:ea typeface="等线" panose="02010600030101010101" pitchFamily="2" charset="-122"/>
                <a:cs typeface="Times New Roman" panose="02020603050405020304" pitchFamily="18" charset="0"/>
              </a:rPr>
              <a:t>1 2 3 4 4 5 6 7 8 8 9 10</a:t>
            </a:r>
            <a:br>
              <a:rPr lang="en-US" altLang="zh-CN" sz="1800">
                <a:effectLst/>
                <a:latin typeface="Aptos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zh-CN" altLang="zh-CN" sz="1800">
                <a:effectLst/>
                <a:latin typeface="Aptos"/>
                <a:ea typeface="等线" panose="02010600030101010101" pitchFamily="2" charset="-122"/>
                <a:cs typeface="Times New Roman" panose="02020603050405020304" pitchFamily="18" charset="0"/>
              </a:rPr>
              <a:t>七、</a:t>
            </a:r>
            <a:r>
              <a:rPr lang="en-US" altLang="zh-CN" sz="1800">
                <a:effectLst/>
                <a:latin typeface="Aptos"/>
                <a:ea typeface="等线" panose="02010600030101010101" pitchFamily="2" charset="-122"/>
                <a:cs typeface="Times New Roman" panose="02020603050405020304" pitchFamily="18" charset="0"/>
              </a:rPr>
              <a:t>1 2 3 4 5 6 6 7 8 9 10 11</a:t>
            </a:r>
            <a:br>
              <a:rPr lang="en-US" altLang="zh-CN" sz="1800">
                <a:effectLst/>
                <a:latin typeface="Aptos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zh-CN" altLang="zh-CN" sz="1800">
                <a:effectLst/>
                <a:latin typeface="Aptos"/>
                <a:ea typeface="等线" panose="02010600030101010101" pitchFamily="2" charset="-122"/>
                <a:cs typeface="Times New Roman" panose="02020603050405020304" pitchFamily="18" charset="0"/>
              </a:rPr>
              <a:t>八、</a:t>
            </a:r>
            <a:r>
              <a:rPr lang="en-US" altLang="zh-CN" sz="1800">
                <a:effectLst/>
                <a:latin typeface="Aptos"/>
                <a:ea typeface="等线" panose="02010600030101010101" pitchFamily="2" charset="-122"/>
                <a:cs typeface="Times New Roman" panose="02020603050405020304" pitchFamily="18" charset="0"/>
              </a:rPr>
              <a:t>1 2 3 4 5 6 7 8 9 10 10 11</a:t>
            </a:r>
            <a:br>
              <a:rPr lang="en-US" altLang="zh-CN" sz="1800">
                <a:effectLst/>
                <a:latin typeface="Aptos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zh-CN" altLang="zh-CN" sz="1800">
                <a:effectLst/>
                <a:latin typeface="Aptos"/>
                <a:ea typeface="等线" panose="02010600030101010101" pitchFamily="2" charset="-122"/>
                <a:cs typeface="Times New Roman" panose="02020603050405020304" pitchFamily="18" charset="0"/>
              </a:rPr>
              <a:t>九、</a:t>
            </a:r>
            <a:r>
              <a:rPr lang="en-US" altLang="zh-CN" sz="1800">
                <a:effectLst/>
                <a:latin typeface="Aptos"/>
                <a:ea typeface="等线" panose="02010600030101010101" pitchFamily="2" charset="-122"/>
                <a:cs typeface="Times New Roman" panose="02020603050405020304" pitchFamily="18" charset="0"/>
              </a:rPr>
              <a:t>1 2 3 4 5 6 7 8 9 10 11 12</a:t>
            </a:r>
            <a:br>
              <a:rPr lang="en-US" altLang="zh-CN" sz="1800">
                <a:effectLst/>
                <a:latin typeface="Aptos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zh-CN" altLang="zh-CN" sz="1800">
                <a:effectLst/>
                <a:latin typeface="Aptos"/>
                <a:ea typeface="等线" panose="02010600030101010101" pitchFamily="2" charset="-122"/>
                <a:cs typeface="Times New Roman" panose="02020603050405020304" pitchFamily="18" charset="0"/>
              </a:rPr>
              <a:t>十、</a:t>
            </a:r>
            <a:r>
              <a:rPr lang="en-US" altLang="zh-CN" sz="1800">
                <a:effectLst/>
                <a:latin typeface="Aptos"/>
                <a:ea typeface="等线" panose="02010600030101010101" pitchFamily="2" charset="-122"/>
                <a:cs typeface="Times New Roman" panose="02020603050405020304" pitchFamily="18" charset="0"/>
              </a:rPr>
              <a:t>1 0 0 0 0 0 0 0 0 0 0 0 0</a:t>
            </a:r>
            <a:endParaRPr lang="zh-CN" altLang="zh-CN" sz="1800">
              <a:effectLst/>
              <a:latin typeface="Aptos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A6FC91C-8249-29BC-B69B-17A043AA4DC9}"/>
              </a:ext>
            </a:extLst>
          </p:cNvPr>
          <p:cNvSpPr txBox="1"/>
          <p:nvPr/>
        </p:nvSpPr>
        <p:spPr>
          <a:xfrm>
            <a:off x="1250397" y="4277930"/>
            <a:ext cx="6097022" cy="18032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  <a:spcAft>
                <a:spcPts val="400"/>
              </a:spcAft>
              <a:buNone/>
            </a:pPr>
            <a:r>
              <a:rPr lang="en-US" altLang="zh-CN" sz="3200" b="1" kern="0">
                <a:solidFill>
                  <a:srgbClr val="000000"/>
                </a:solidFill>
                <a:effectLst/>
                <a:latin typeface="Aptos Display"/>
                <a:ea typeface="等线 Light" panose="02010600030101010101" pitchFamily="2" charset="-122"/>
                <a:cs typeface="Times New Roman" panose="02020603050405020304" pitchFamily="18" charset="0"/>
              </a:rPr>
              <a:t>12</a:t>
            </a:r>
            <a:r>
              <a:rPr lang="zh-CN" altLang="zh-CN" sz="3200" b="1" kern="0">
                <a:solidFill>
                  <a:srgbClr val="000000"/>
                </a:solidFill>
                <a:effectLst/>
                <a:latin typeface="Aptos Display"/>
                <a:ea typeface="等线 Light" panose="02010600030101010101" pitchFamily="2" charset="-122"/>
                <a:cs typeface="Times New Roman" panose="02020603050405020304" pitchFamily="18" charset="0"/>
              </a:rPr>
              <a:t>方位三个座标的分析</a:t>
            </a:r>
            <a:r>
              <a:rPr lang="en-US" altLang="zh-CN" sz="3200" b="1" kern="0">
                <a:solidFill>
                  <a:srgbClr val="000000"/>
                </a:solidFill>
                <a:effectLst/>
                <a:latin typeface="Aptos Display"/>
                <a:ea typeface="等线 Light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sz="3200" b="1" kern="0">
                <a:solidFill>
                  <a:srgbClr val="000000"/>
                </a:solidFill>
                <a:effectLst/>
                <a:latin typeface="Aptos Display"/>
                <a:ea typeface="等线 Light" panose="02010600030101010101" pitchFamily="2" charset="-122"/>
                <a:cs typeface="Times New Roman" panose="02020603050405020304" pitchFamily="18" charset="0"/>
              </a:rPr>
              <a:t>按周次纪）</a:t>
            </a:r>
          </a:p>
          <a:p>
            <a:pPr>
              <a:lnSpc>
                <a:spcPct val="13000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zh-CN" altLang="zh-CN" sz="1800">
                <a:effectLst/>
                <a:latin typeface="Aptos"/>
                <a:ea typeface="等线" panose="02010600030101010101" pitchFamily="2" charset="-122"/>
                <a:cs typeface="Times New Roman" panose="02020603050405020304" pitchFamily="18" charset="0"/>
              </a:rPr>
              <a:t>赤道：子午卯酉</a:t>
            </a:r>
            <a:r>
              <a:rPr lang="en-US" altLang="zh-CN" sz="1800">
                <a:effectLst/>
                <a:latin typeface="Aptos"/>
                <a:ea typeface="等线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sz="1800">
                <a:effectLst/>
                <a:latin typeface="Aptos"/>
                <a:ea typeface="等线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800">
                <a:effectLst/>
                <a:latin typeface="Aptos"/>
                <a:ea typeface="等线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zh-CN" sz="1800">
                <a:effectLst/>
                <a:latin typeface="Aptos"/>
                <a:ea typeface="等线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800">
                <a:effectLst/>
                <a:latin typeface="Aptos"/>
                <a:ea typeface="等线" panose="02010600030101010101" pitchFamily="2" charset="-122"/>
                <a:cs typeface="Times New Roman" panose="02020603050405020304" pitchFamily="18" charset="0"/>
              </a:rPr>
              <a:t>7</a:t>
            </a:r>
            <a:r>
              <a:rPr lang="zh-CN" altLang="zh-CN" sz="1800">
                <a:effectLst/>
                <a:latin typeface="Aptos"/>
                <a:ea typeface="等线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800">
                <a:effectLst/>
                <a:latin typeface="Aptos"/>
                <a:ea typeface="等线" panose="02010600030101010101" pitchFamily="2" charset="-122"/>
                <a:cs typeface="Times New Roman" panose="02020603050405020304" pitchFamily="18" charset="0"/>
              </a:rPr>
              <a:t>10</a:t>
            </a:r>
            <a:r>
              <a:rPr lang="zh-CN" altLang="zh-CN" sz="1800">
                <a:effectLst/>
                <a:latin typeface="Aptos"/>
                <a:ea typeface="等线" panose="02010600030101010101" pitchFamily="2" charset="-122"/>
                <a:cs typeface="Times New Roman" panose="02020603050405020304" pitchFamily="18" charset="0"/>
              </a:rPr>
              <a:t>（即</a:t>
            </a:r>
            <a:r>
              <a:rPr lang="en-US" altLang="zh-CN" sz="1800">
                <a:effectLst/>
                <a:latin typeface="Aptos"/>
                <a:ea typeface="等线" panose="02010600030101010101" pitchFamily="2" charset="-122"/>
                <a:cs typeface="Times New Roman" panose="02020603050405020304" pitchFamily="18" charset="0"/>
              </a:rPr>
              <a:t>1)</a:t>
            </a:r>
            <a:r>
              <a:rPr lang="zh-CN" altLang="zh-CN" sz="1800">
                <a:effectLst/>
                <a:latin typeface="Aptos"/>
                <a:ea typeface="等线" panose="02010600030101010101" pitchFamily="2" charset="-122"/>
                <a:cs typeface="Times New Roman" panose="02020603050405020304" pitchFamily="18" charset="0"/>
              </a:rPr>
              <a:t>；</a:t>
            </a:r>
            <a:br>
              <a:rPr lang="en-US" altLang="zh-CN" sz="1800">
                <a:effectLst/>
                <a:latin typeface="Aptos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zh-CN" altLang="zh-CN" sz="1800">
                <a:effectLst/>
                <a:latin typeface="Aptos"/>
                <a:ea typeface="等线" panose="02010600030101010101" pitchFamily="2" charset="-122"/>
                <a:cs typeface="Times New Roman" panose="02020603050405020304" pitchFamily="18" charset="0"/>
              </a:rPr>
              <a:t>黄道：辰戌丑未</a:t>
            </a:r>
            <a:r>
              <a:rPr lang="en-US" altLang="zh-CN" sz="1800">
                <a:effectLst/>
                <a:latin typeface="Aptos"/>
                <a:ea typeface="等线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sz="1800">
                <a:effectLst/>
                <a:latin typeface="Aptos"/>
                <a:ea typeface="等线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800">
                <a:effectLst/>
                <a:latin typeface="Aptos"/>
                <a:ea typeface="等线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zh-CN" altLang="zh-CN" sz="1800">
                <a:effectLst/>
                <a:latin typeface="Aptos"/>
                <a:ea typeface="等线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800">
                <a:effectLst/>
                <a:latin typeface="Aptos"/>
                <a:ea typeface="等线" panose="02010600030101010101" pitchFamily="2" charset="-122"/>
                <a:cs typeface="Times New Roman" panose="02020603050405020304" pitchFamily="18" charset="0"/>
              </a:rPr>
              <a:t>8</a:t>
            </a:r>
            <a:r>
              <a:rPr lang="zh-CN" altLang="zh-CN" sz="1800">
                <a:effectLst/>
                <a:latin typeface="Aptos"/>
                <a:ea typeface="等线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800">
                <a:effectLst/>
                <a:latin typeface="Aptos"/>
                <a:ea typeface="等线" panose="02010600030101010101" pitchFamily="2" charset="-122"/>
                <a:cs typeface="Times New Roman" panose="02020603050405020304" pitchFamily="18" charset="0"/>
              </a:rPr>
              <a:t>11</a:t>
            </a:r>
            <a:r>
              <a:rPr lang="zh-CN" altLang="zh-CN" sz="1800">
                <a:effectLst/>
                <a:latin typeface="Aptos"/>
                <a:ea typeface="等线" panose="02010600030101010101" pitchFamily="2" charset="-122"/>
                <a:cs typeface="Times New Roman" panose="02020603050405020304" pitchFamily="18" charset="0"/>
              </a:rPr>
              <a:t>（即</a:t>
            </a:r>
            <a:r>
              <a:rPr lang="en-US" altLang="zh-CN" sz="1800">
                <a:effectLst/>
                <a:latin typeface="Aptos"/>
                <a:ea typeface="等线" panose="02010600030101010101" pitchFamily="2" charset="-122"/>
                <a:cs typeface="Times New Roman" panose="02020603050405020304" pitchFamily="18" charset="0"/>
              </a:rPr>
              <a:t>2)</a:t>
            </a:r>
            <a:r>
              <a:rPr lang="zh-CN" altLang="zh-CN" sz="1800">
                <a:effectLst/>
                <a:latin typeface="Aptos"/>
                <a:ea typeface="等线" panose="02010600030101010101" pitchFamily="2" charset="-122"/>
                <a:cs typeface="Times New Roman" panose="02020603050405020304" pitchFamily="18" charset="0"/>
              </a:rPr>
              <a:t>；</a:t>
            </a:r>
            <a:br>
              <a:rPr lang="en-US" altLang="zh-CN" sz="1800">
                <a:effectLst/>
                <a:latin typeface="Aptos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zh-CN" altLang="zh-CN" sz="1800">
                <a:effectLst/>
                <a:latin typeface="Aptos"/>
                <a:ea typeface="等线" panose="02010600030101010101" pitchFamily="2" charset="-122"/>
                <a:cs typeface="Times New Roman" panose="02020603050405020304" pitchFamily="18" charset="0"/>
              </a:rPr>
              <a:t>白道：寅申巳亥</a:t>
            </a:r>
            <a:r>
              <a:rPr lang="en-US" altLang="zh-CN" sz="1800">
                <a:effectLst/>
                <a:latin typeface="Aptos"/>
                <a:ea typeface="等线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sz="1800">
                <a:effectLst/>
                <a:latin typeface="Aptos"/>
                <a:ea typeface="等线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800">
                <a:effectLst/>
                <a:latin typeface="Aptos"/>
                <a:ea typeface="等线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zh-CN" altLang="zh-CN" sz="1800">
                <a:effectLst/>
                <a:latin typeface="Aptos"/>
                <a:ea typeface="等线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800">
                <a:effectLst/>
                <a:latin typeface="Aptos"/>
                <a:ea typeface="等线" panose="02010600030101010101" pitchFamily="2" charset="-122"/>
                <a:cs typeface="Times New Roman" panose="02020603050405020304" pitchFamily="18" charset="0"/>
              </a:rPr>
              <a:t>9</a:t>
            </a:r>
            <a:r>
              <a:rPr lang="zh-CN" altLang="zh-CN" sz="1800">
                <a:effectLst/>
                <a:latin typeface="Aptos"/>
                <a:ea typeface="等线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800">
                <a:effectLst/>
                <a:latin typeface="Aptos"/>
                <a:ea typeface="等线" panose="02010600030101010101" pitchFamily="2" charset="-122"/>
                <a:cs typeface="Times New Roman" panose="02020603050405020304" pitchFamily="18" charset="0"/>
              </a:rPr>
              <a:t>12</a:t>
            </a:r>
            <a:r>
              <a:rPr lang="zh-CN" altLang="zh-CN" sz="1800">
                <a:effectLst/>
                <a:latin typeface="Aptos"/>
                <a:ea typeface="等线" panose="02010600030101010101" pitchFamily="2" charset="-122"/>
                <a:cs typeface="Times New Roman" panose="02020603050405020304" pitchFamily="18" charset="0"/>
              </a:rPr>
              <a:t>（即</a:t>
            </a:r>
            <a:r>
              <a:rPr lang="en-US" altLang="zh-CN" sz="1800">
                <a:effectLst/>
                <a:latin typeface="Aptos"/>
                <a:ea typeface="等线" panose="02010600030101010101" pitchFamily="2" charset="-122"/>
                <a:cs typeface="Times New Roman" panose="02020603050405020304" pitchFamily="18" charset="0"/>
              </a:rPr>
              <a:t>3)</a:t>
            </a:r>
            <a:r>
              <a:rPr lang="zh-CN" altLang="zh-CN" sz="1800">
                <a:effectLst/>
                <a:latin typeface="Aptos"/>
                <a:ea typeface="等线" panose="02010600030101010101" pitchFamily="2" charset="-122"/>
                <a:cs typeface="Times New Roman" panose="02020603050405020304" pitchFamily="18" charset="0"/>
              </a:rPr>
              <a:t>；</a:t>
            </a:r>
          </a:p>
        </p:txBody>
      </p:sp>
    </p:spTree>
    <p:extLst>
      <p:ext uri="{BB962C8B-B14F-4D97-AF65-F5344CB8AC3E}">
        <p14:creationId xmlns:p14="http://schemas.microsoft.com/office/powerpoint/2010/main" val="259916430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16CA3F-0224-1449-662E-80F74B5392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">
            <a:extLst>
              <a:ext uri="{FF2B5EF4-FFF2-40B4-BE49-F238E27FC236}">
                <a16:creationId xmlns:a16="http://schemas.microsoft.com/office/drawing/2014/main" id="{1A3E65E5-89C7-FAA9-A954-6F43A08749A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2522272" y="331180"/>
            <a:ext cx="6415119" cy="6334188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18410436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2E62DB-3B53-A71D-E16D-49A3365371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">
            <a:extLst>
              <a:ext uri="{FF2B5EF4-FFF2-40B4-BE49-F238E27FC236}">
                <a16:creationId xmlns:a16="http://schemas.microsoft.com/office/drawing/2014/main" id="{CBDBCAEF-A369-7B43-8F59-324D9A737EA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1675377" y="651785"/>
            <a:ext cx="8594176" cy="5399211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99946394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B0DD40-D22E-9BE2-CBCE-835C039125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0CAEE20C-5621-67A8-5906-1429218F9C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201" y="316818"/>
            <a:ext cx="5412758" cy="6391023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D0D036A2-1DD3-5F40-DB78-854DE7DE33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16818"/>
            <a:ext cx="5245370" cy="6564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244134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DE1948-F3FD-9772-D62A-ECA220B125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4D10C067-B0B9-05DD-9281-8FF23DE37C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383" y="339566"/>
            <a:ext cx="5080261" cy="617886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82564EE-6C5A-4130-EE2B-0C804A14B6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3573" y="202518"/>
            <a:ext cx="5267874" cy="6569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560804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F9AB6F-29EF-0868-67ED-DAF963AAB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46490E9-E0EE-C947-441C-54904BA334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982" y="435972"/>
            <a:ext cx="4870237" cy="6422028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4ED0FF5A-99E7-4D7F-F36B-A46ABA6C48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0822" y="141149"/>
            <a:ext cx="5088045" cy="6655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214697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A315CD-D0B1-7267-C32D-D56532E1D8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16CF90C-734F-A510-4A84-7457835037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473" y="114531"/>
            <a:ext cx="4845088" cy="6458104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D9755CFD-D44D-B8AA-F785-78678D7F35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4624" y="44100"/>
            <a:ext cx="5181866" cy="681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38828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3130</Words>
  <Application>Microsoft Office PowerPoint</Application>
  <PresentationFormat>宽屏</PresentationFormat>
  <Paragraphs>2512</Paragraphs>
  <Slides>37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37</vt:i4>
      </vt:variant>
    </vt:vector>
  </HeadingPairs>
  <TitlesOfParts>
    <vt:vector size="43" baseType="lpstr">
      <vt:lpstr>Aptos</vt:lpstr>
      <vt:lpstr>Aptos Display</vt:lpstr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jiahe yao</dc:creator>
  <cp:lastModifiedBy>jiahe yao</cp:lastModifiedBy>
  <cp:revision>16</cp:revision>
  <dcterms:created xsi:type="dcterms:W3CDTF">2025-11-18T01:08:59Z</dcterms:created>
  <dcterms:modified xsi:type="dcterms:W3CDTF">2025-11-18T01:43:08Z</dcterms:modified>
</cp:coreProperties>
</file>